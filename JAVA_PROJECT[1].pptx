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1" r:id="rId3"/>
    <p:sldId id="260" r:id="rId4"/>
    <p:sldId id="259" r:id="rId5"/>
    <p:sldId id="265"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82"/>
    <a:srgbClr val="FFAA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111" autoAdjust="0"/>
  </p:normalViewPr>
  <p:slideViewPr>
    <p:cSldViewPr snapToGrid="0">
      <p:cViewPr varScale="1">
        <p:scale>
          <a:sx n="75" d="100"/>
          <a:sy n="75" d="100"/>
        </p:scale>
        <p:origin x="946" y="62"/>
      </p:cViewPr>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33E9F-1791-446F-B003-FB9D9C602F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305F469-3278-4978-87B4-839DA51B4C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8CD93F-609A-4886-97BE-B27736C816FC}"/>
              </a:ext>
            </a:extLst>
          </p:cNvPr>
          <p:cNvSpPr>
            <a:spLocks noGrp="1"/>
          </p:cNvSpPr>
          <p:nvPr>
            <p:ph type="dt" sz="half" idx="10"/>
          </p:nvPr>
        </p:nvSpPr>
        <p:spPr/>
        <p:txBody>
          <a:bodyPr/>
          <a:lstStyle/>
          <a:p>
            <a:fld id="{D387F001-4320-461F-8788-93F2133AA4E1}" type="datetimeFigureOut">
              <a:rPr lang="en-US" smtClean="0"/>
              <a:t>10/17/2024</a:t>
            </a:fld>
            <a:endParaRPr lang="en-US"/>
          </a:p>
        </p:txBody>
      </p:sp>
      <p:sp>
        <p:nvSpPr>
          <p:cNvPr id="5" name="Footer Placeholder 4">
            <a:extLst>
              <a:ext uri="{FF2B5EF4-FFF2-40B4-BE49-F238E27FC236}">
                <a16:creationId xmlns:a16="http://schemas.microsoft.com/office/drawing/2014/main" id="{7F4093B9-CE29-497A-99BF-101264E6E8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86D2E6-B23B-49F3-9C03-7F432CD53499}"/>
              </a:ext>
            </a:extLst>
          </p:cNvPr>
          <p:cNvSpPr>
            <a:spLocks noGrp="1"/>
          </p:cNvSpPr>
          <p:nvPr>
            <p:ph type="sldNum" sz="quarter" idx="12"/>
          </p:nvPr>
        </p:nvSpPr>
        <p:spPr/>
        <p:txBody>
          <a:bodyPr/>
          <a:lstStyle/>
          <a:p>
            <a:fld id="{923D9934-D54C-4BD8-82B9-16D54B613FC2}" type="slidenum">
              <a:rPr lang="en-US" smtClean="0"/>
              <a:t>‹#›</a:t>
            </a:fld>
            <a:endParaRPr lang="en-US"/>
          </a:p>
        </p:txBody>
      </p:sp>
    </p:spTree>
    <p:extLst>
      <p:ext uri="{BB962C8B-B14F-4D97-AF65-F5344CB8AC3E}">
        <p14:creationId xmlns:p14="http://schemas.microsoft.com/office/powerpoint/2010/main" val="3225017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D1365-90ED-4604-8F3D-5E2E666613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9F6FB4-B556-4857-BDF8-7980FB3C8A7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6C046C-6DD9-410D-A165-16DF215A65A8}"/>
              </a:ext>
            </a:extLst>
          </p:cNvPr>
          <p:cNvSpPr>
            <a:spLocks noGrp="1"/>
          </p:cNvSpPr>
          <p:nvPr>
            <p:ph type="dt" sz="half" idx="10"/>
          </p:nvPr>
        </p:nvSpPr>
        <p:spPr/>
        <p:txBody>
          <a:bodyPr/>
          <a:lstStyle/>
          <a:p>
            <a:fld id="{D387F001-4320-461F-8788-93F2133AA4E1}" type="datetimeFigureOut">
              <a:rPr lang="en-US" smtClean="0"/>
              <a:t>10/17/2024</a:t>
            </a:fld>
            <a:endParaRPr lang="en-US"/>
          </a:p>
        </p:txBody>
      </p:sp>
      <p:sp>
        <p:nvSpPr>
          <p:cNvPr id="5" name="Footer Placeholder 4">
            <a:extLst>
              <a:ext uri="{FF2B5EF4-FFF2-40B4-BE49-F238E27FC236}">
                <a16:creationId xmlns:a16="http://schemas.microsoft.com/office/drawing/2014/main" id="{AD71C228-F04E-40D7-A949-50218D436A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C8EE30-9B66-457B-A310-0509AE5CB709}"/>
              </a:ext>
            </a:extLst>
          </p:cNvPr>
          <p:cNvSpPr>
            <a:spLocks noGrp="1"/>
          </p:cNvSpPr>
          <p:nvPr>
            <p:ph type="sldNum" sz="quarter" idx="12"/>
          </p:nvPr>
        </p:nvSpPr>
        <p:spPr/>
        <p:txBody>
          <a:bodyPr/>
          <a:lstStyle/>
          <a:p>
            <a:fld id="{923D9934-D54C-4BD8-82B9-16D54B613FC2}" type="slidenum">
              <a:rPr lang="en-US" smtClean="0"/>
              <a:t>‹#›</a:t>
            </a:fld>
            <a:endParaRPr lang="en-US"/>
          </a:p>
        </p:txBody>
      </p:sp>
    </p:spTree>
    <p:extLst>
      <p:ext uri="{BB962C8B-B14F-4D97-AF65-F5344CB8AC3E}">
        <p14:creationId xmlns:p14="http://schemas.microsoft.com/office/powerpoint/2010/main" val="1778245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B52D0-8D83-407D-80BE-1F941FA373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E78FB3-6AC6-4665-A7EA-A4048C453D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CC86AA9-3D75-4458-8F26-8B78C54ACF7D}"/>
              </a:ext>
            </a:extLst>
          </p:cNvPr>
          <p:cNvSpPr>
            <a:spLocks noGrp="1"/>
          </p:cNvSpPr>
          <p:nvPr>
            <p:ph type="dt" sz="half" idx="10"/>
          </p:nvPr>
        </p:nvSpPr>
        <p:spPr/>
        <p:txBody>
          <a:bodyPr/>
          <a:lstStyle/>
          <a:p>
            <a:fld id="{D387F001-4320-461F-8788-93F2133AA4E1}" type="datetimeFigureOut">
              <a:rPr lang="en-US" smtClean="0"/>
              <a:t>10/17/2024</a:t>
            </a:fld>
            <a:endParaRPr lang="en-US"/>
          </a:p>
        </p:txBody>
      </p:sp>
      <p:sp>
        <p:nvSpPr>
          <p:cNvPr id="5" name="Footer Placeholder 4">
            <a:extLst>
              <a:ext uri="{FF2B5EF4-FFF2-40B4-BE49-F238E27FC236}">
                <a16:creationId xmlns:a16="http://schemas.microsoft.com/office/drawing/2014/main" id="{ED048D38-6F49-4432-870D-9529D52D7C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8366E7-47BF-4354-A391-F2255B798544}"/>
              </a:ext>
            </a:extLst>
          </p:cNvPr>
          <p:cNvSpPr>
            <a:spLocks noGrp="1"/>
          </p:cNvSpPr>
          <p:nvPr>
            <p:ph type="sldNum" sz="quarter" idx="12"/>
          </p:nvPr>
        </p:nvSpPr>
        <p:spPr/>
        <p:txBody>
          <a:bodyPr/>
          <a:lstStyle/>
          <a:p>
            <a:fld id="{923D9934-D54C-4BD8-82B9-16D54B613FC2}" type="slidenum">
              <a:rPr lang="en-US" smtClean="0"/>
              <a:t>‹#›</a:t>
            </a:fld>
            <a:endParaRPr lang="en-US"/>
          </a:p>
        </p:txBody>
      </p:sp>
    </p:spTree>
    <p:extLst>
      <p:ext uri="{BB962C8B-B14F-4D97-AF65-F5344CB8AC3E}">
        <p14:creationId xmlns:p14="http://schemas.microsoft.com/office/powerpoint/2010/main" val="2051830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608BD-7ADE-4C9D-913F-2CAD321F36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AD877E-AA97-4E33-80A8-CB5C34CF2FB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F36D55-BC69-4D00-BA28-40E76462767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DAEA0D-F6EC-484C-B72B-E3DA48AD68CC}"/>
              </a:ext>
            </a:extLst>
          </p:cNvPr>
          <p:cNvSpPr>
            <a:spLocks noGrp="1"/>
          </p:cNvSpPr>
          <p:nvPr>
            <p:ph type="dt" sz="half" idx="10"/>
          </p:nvPr>
        </p:nvSpPr>
        <p:spPr/>
        <p:txBody>
          <a:bodyPr/>
          <a:lstStyle/>
          <a:p>
            <a:fld id="{D387F001-4320-461F-8788-93F2133AA4E1}" type="datetimeFigureOut">
              <a:rPr lang="en-US" smtClean="0"/>
              <a:t>10/17/2024</a:t>
            </a:fld>
            <a:endParaRPr lang="en-US"/>
          </a:p>
        </p:txBody>
      </p:sp>
      <p:sp>
        <p:nvSpPr>
          <p:cNvPr id="6" name="Footer Placeholder 5">
            <a:extLst>
              <a:ext uri="{FF2B5EF4-FFF2-40B4-BE49-F238E27FC236}">
                <a16:creationId xmlns:a16="http://schemas.microsoft.com/office/drawing/2014/main" id="{BD8AC498-3F90-4665-BE5D-A052FEBFB6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FBC7BD-3DA9-475E-B4E9-A9D0FB78DE24}"/>
              </a:ext>
            </a:extLst>
          </p:cNvPr>
          <p:cNvSpPr>
            <a:spLocks noGrp="1"/>
          </p:cNvSpPr>
          <p:nvPr>
            <p:ph type="sldNum" sz="quarter" idx="12"/>
          </p:nvPr>
        </p:nvSpPr>
        <p:spPr/>
        <p:txBody>
          <a:bodyPr/>
          <a:lstStyle/>
          <a:p>
            <a:fld id="{923D9934-D54C-4BD8-82B9-16D54B613FC2}" type="slidenum">
              <a:rPr lang="en-US" smtClean="0"/>
              <a:t>‹#›</a:t>
            </a:fld>
            <a:endParaRPr lang="en-US"/>
          </a:p>
        </p:txBody>
      </p:sp>
    </p:spTree>
    <p:extLst>
      <p:ext uri="{BB962C8B-B14F-4D97-AF65-F5344CB8AC3E}">
        <p14:creationId xmlns:p14="http://schemas.microsoft.com/office/powerpoint/2010/main" val="3936619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1F94-5B33-42B8-8717-1F92A023122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0A69DA-590E-4B28-BA3C-5CAA385853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9FDF5BE-FEBE-4039-B0CD-CBAB302CC31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33F2BD7-7189-4EEE-987C-EB515BC7A1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EECFC44-7712-4F21-B448-FF79D37E20A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8FBE02-5719-4938-ABE0-A3B4A36F3629}"/>
              </a:ext>
            </a:extLst>
          </p:cNvPr>
          <p:cNvSpPr>
            <a:spLocks noGrp="1"/>
          </p:cNvSpPr>
          <p:nvPr>
            <p:ph type="dt" sz="half" idx="10"/>
          </p:nvPr>
        </p:nvSpPr>
        <p:spPr/>
        <p:txBody>
          <a:bodyPr/>
          <a:lstStyle/>
          <a:p>
            <a:fld id="{D387F001-4320-461F-8788-93F2133AA4E1}" type="datetimeFigureOut">
              <a:rPr lang="en-US" smtClean="0"/>
              <a:t>10/17/2024</a:t>
            </a:fld>
            <a:endParaRPr lang="en-US"/>
          </a:p>
        </p:txBody>
      </p:sp>
      <p:sp>
        <p:nvSpPr>
          <p:cNvPr id="8" name="Footer Placeholder 7">
            <a:extLst>
              <a:ext uri="{FF2B5EF4-FFF2-40B4-BE49-F238E27FC236}">
                <a16:creationId xmlns:a16="http://schemas.microsoft.com/office/drawing/2014/main" id="{94104D29-69EE-455C-B2AA-74F9995F54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3B8E674-4FB6-406F-83A1-91EB7AAB9E2D}"/>
              </a:ext>
            </a:extLst>
          </p:cNvPr>
          <p:cNvSpPr>
            <a:spLocks noGrp="1"/>
          </p:cNvSpPr>
          <p:nvPr>
            <p:ph type="sldNum" sz="quarter" idx="12"/>
          </p:nvPr>
        </p:nvSpPr>
        <p:spPr/>
        <p:txBody>
          <a:bodyPr/>
          <a:lstStyle/>
          <a:p>
            <a:fld id="{923D9934-D54C-4BD8-82B9-16D54B613FC2}" type="slidenum">
              <a:rPr lang="en-US" smtClean="0"/>
              <a:t>‹#›</a:t>
            </a:fld>
            <a:endParaRPr lang="en-US"/>
          </a:p>
        </p:txBody>
      </p:sp>
    </p:spTree>
    <p:extLst>
      <p:ext uri="{BB962C8B-B14F-4D97-AF65-F5344CB8AC3E}">
        <p14:creationId xmlns:p14="http://schemas.microsoft.com/office/powerpoint/2010/main" val="3761316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09A68-45A6-4AF3-85DA-D6FB82C0AF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93C106-7FA0-444A-8085-FC362A303509}"/>
              </a:ext>
            </a:extLst>
          </p:cNvPr>
          <p:cNvSpPr>
            <a:spLocks noGrp="1"/>
          </p:cNvSpPr>
          <p:nvPr>
            <p:ph type="dt" sz="half" idx="10"/>
          </p:nvPr>
        </p:nvSpPr>
        <p:spPr/>
        <p:txBody>
          <a:bodyPr/>
          <a:lstStyle/>
          <a:p>
            <a:fld id="{D387F001-4320-461F-8788-93F2133AA4E1}" type="datetimeFigureOut">
              <a:rPr lang="en-US" smtClean="0"/>
              <a:t>10/17/2024</a:t>
            </a:fld>
            <a:endParaRPr lang="en-US"/>
          </a:p>
        </p:txBody>
      </p:sp>
      <p:sp>
        <p:nvSpPr>
          <p:cNvPr id="4" name="Footer Placeholder 3">
            <a:extLst>
              <a:ext uri="{FF2B5EF4-FFF2-40B4-BE49-F238E27FC236}">
                <a16:creationId xmlns:a16="http://schemas.microsoft.com/office/drawing/2014/main" id="{711D17C3-918B-424D-AFB8-777EA39D4C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E342B9-6B26-44AA-8003-EEC5DAD37760}"/>
              </a:ext>
            </a:extLst>
          </p:cNvPr>
          <p:cNvSpPr>
            <a:spLocks noGrp="1"/>
          </p:cNvSpPr>
          <p:nvPr>
            <p:ph type="sldNum" sz="quarter" idx="12"/>
          </p:nvPr>
        </p:nvSpPr>
        <p:spPr/>
        <p:txBody>
          <a:bodyPr/>
          <a:lstStyle/>
          <a:p>
            <a:fld id="{923D9934-D54C-4BD8-82B9-16D54B613FC2}" type="slidenum">
              <a:rPr lang="en-US" smtClean="0"/>
              <a:t>‹#›</a:t>
            </a:fld>
            <a:endParaRPr lang="en-US"/>
          </a:p>
        </p:txBody>
      </p:sp>
    </p:spTree>
    <p:extLst>
      <p:ext uri="{BB962C8B-B14F-4D97-AF65-F5344CB8AC3E}">
        <p14:creationId xmlns:p14="http://schemas.microsoft.com/office/powerpoint/2010/main" val="3290327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7D7E68-88CE-4FDF-BED2-203C0816577B}"/>
              </a:ext>
            </a:extLst>
          </p:cNvPr>
          <p:cNvSpPr>
            <a:spLocks noGrp="1"/>
          </p:cNvSpPr>
          <p:nvPr>
            <p:ph type="dt" sz="half" idx="10"/>
          </p:nvPr>
        </p:nvSpPr>
        <p:spPr/>
        <p:txBody>
          <a:bodyPr/>
          <a:lstStyle/>
          <a:p>
            <a:fld id="{D387F001-4320-461F-8788-93F2133AA4E1}" type="datetimeFigureOut">
              <a:rPr lang="en-US" smtClean="0"/>
              <a:t>10/17/2024</a:t>
            </a:fld>
            <a:endParaRPr lang="en-US"/>
          </a:p>
        </p:txBody>
      </p:sp>
      <p:sp>
        <p:nvSpPr>
          <p:cNvPr id="3" name="Footer Placeholder 2">
            <a:extLst>
              <a:ext uri="{FF2B5EF4-FFF2-40B4-BE49-F238E27FC236}">
                <a16:creationId xmlns:a16="http://schemas.microsoft.com/office/drawing/2014/main" id="{EEA2EE83-CE1D-40CB-A6FA-C3A4ADABE3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288EC3-247F-424D-9A8C-8713E4AF883E}"/>
              </a:ext>
            </a:extLst>
          </p:cNvPr>
          <p:cNvSpPr>
            <a:spLocks noGrp="1"/>
          </p:cNvSpPr>
          <p:nvPr>
            <p:ph type="sldNum" sz="quarter" idx="12"/>
          </p:nvPr>
        </p:nvSpPr>
        <p:spPr/>
        <p:txBody>
          <a:bodyPr/>
          <a:lstStyle/>
          <a:p>
            <a:fld id="{923D9934-D54C-4BD8-82B9-16D54B613FC2}" type="slidenum">
              <a:rPr lang="en-US" smtClean="0"/>
              <a:t>‹#›</a:t>
            </a:fld>
            <a:endParaRPr lang="en-US"/>
          </a:p>
        </p:txBody>
      </p:sp>
    </p:spTree>
    <p:extLst>
      <p:ext uri="{BB962C8B-B14F-4D97-AF65-F5344CB8AC3E}">
        <p14:creationId xmlns:p14="http://schemas.microsoft.com/office/powerpoint/2010/main" val="3900127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D0082-DDBF-4B13-A3F0-DDE20618C5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9EBE30-1CDC-4A56-9E8B-6F84B04FCA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E2C01F7-BD40-4BFF-B02E-DBAA89423D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D25E088-1D06-4D1A-B4E3-95FE77AE8E29}"/>
              </a:ext>
            </a:extLst>
          </p:cNvPr>
          <p:cNvSpPr>
            <a:spLocks noGrp="1"/>
          </p:cNvSpPr>
          <p:nvPr>
            <p:ph type="dt" sz="half" idx="10"/>
          </p:nvPr>
        </p:nvSpPr>
        <p:spPr/>
        <p:txBody>
          <a:bodyPr/>
          <a:lstStyle/>
          <a:p>
            <a:fld id="{D387F001-4320-461F-8788-93F2133AA4E1}" type="datetimeFigureOut">
              <a:rPr lang="en-US" smtClean="0"/>
              <a:t>10/17/2024</a:t>
            </a:fld>
            <a:endParaRPr lang="en-US"/>
          </a:p>
        </p:txBody>
      </p:sp>
      <p:sp>
        <p:nvSpPr>
          <p:cNvPr id="6" name="Footer Placeholder 5">
            <a:extLst>
              <a:ext uri="{FF2B5EF4-FFF2-40B4-BE49-F238E27FC236}">
                <a16:creationId xmlns:a16="http://schemas.microsoft.com/office/drawing/2014/main" id="{1F28E5C4-6D17-49AF-AFF5-1E7BE017CD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BAB792-65BF-4A67-85FB-DC3BF99F06EC}"/>
              </a:ext>
            </a:extLst>
          </p:cNvPr>
          <p:cNvSpPr>
            <a:spLocks noGrp="1"/>
          </p:cNvSpPr>
          <p:nvPr>
            <p:ph type="sldNum" sz="quarter" idx="12"/>
          </p:nvPr>
        </p:nvSpPr>
        <p:spPr/>
        <p:txBody>
          <a:bodyPr/>
          <a:lstStyle/>
          <a:p>
            <a:fld id="{923D9934-D54C-4BD8-82B9-16D54B613FC2}" type="slidenum">
              <a:rPr lang="en-US" smtClean="0"/>
              <a:t>‹#›</a:t>
            </a:fld>
            <a:endParaRPr lang="en-US"/>
          </a:p>
        </p:txBody>
      </p:sp>
    </p:spTree>
    <p:extLst>
      <p:ext uri="{BB962C8B-B14F-4D97-AF65-F5344CB8AC3E}">
        <p14:creationId xmlns:p14="http://schemas.microsoft.com/office/powerpoint/2010/main" val="3818192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93D46-F693-4A9C-B7F6-09D4D12F89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31DA29-A1B5-433C-BAB6-C64E31BC3E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3D1410-81CA-4AE1-B335-15A7B07275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8E43E8B-F6E1-4E07-97B3-435DE49DD446}"/>
              </a:ext>
            </a:extLst>
          </p:cNvPr>
          <p:cNvSpPr>
            <a:spLocks noGrp="1"/>
          </p:cNvSpPr>
          <p:nvPr>
            <p:ph type="dt" sz="half" idx="10"/>
          </p:nvPr>
        </p:nvSpPr>
        <p:spPr/>
        <p:txBody>
          <a:bodyPr/>
          <a:lstStyle/>
          <a:p>
            <a:fld id="{D387F001-4320-461F-8788-93F2133AA4E1}" type="datetimeFigureOut">
              <a:rPr lang="en-US" smtClean="0"/>
              <a:t>10/17/2024</a:t>
            </a:fld>
            <a:endParaRPr lang="en-US"/>
          </a:p>
        </p:txBody>
      </p:sp>
      <p:sp>
        <p:nvSpPr>
          <p:cNvPr id="6" name="Footer Placeholder 5">
            <a:extLst>
              <a:ext uri="{FF2B5EF4-FFF2-40B4-BE49-F238E27FC236}">
                <a16:creationId xmlns:a16="http://schemas.microsoft.com/office/drawing/2014/main" id="{06D8BC34-F121-4201-BA48-E930912CA3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656E81-A7CA-48E5-A61E-3BF941618109}"/>
              </a:ext>
            </a:extLst>
          </p:cNvPr>
          <p:cNvSpPr>
            <a:spLocks noGrp="1"/>
          </p:cNvSpPr>
          <p:nvPr>
            <p:ph type="sldNum" sz="quarter" idx="12"/>
          </p:nvPr>
        </p:nvSpPr>
        <p:spPr/>
        <p:txBody>
          <a:bodyPr/>
          <a:lstStyle/>
          <a:p>
            <a:fld id="{923D9934-D54C-4BD8-82B9-16D54B613FC2}" type="slidenum">
              <a:rPr lang="en-US" smtClean="0"/>
              <a:t>‹#›</a:t>
            </a:fld>
            <a:endParaRPr lang="en-US"/>
          </a:p>
        </p:txBody>
      </p:sp>
    </p:spTree>
    <p:extLst>
      <p:ext uri="{BB962C8B-B14F-4D97-AF65-F5344CB8AC3E}">
        <p14:creationId xmlns:p14="http://schemas.microsoft.com/office/powerpoint/2010/main" val="1242867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2C3C0-C4DF-4E12-B5C9-2B1F531872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8C8955-4ADD-405F-B8AF-AD073C5F2A8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D1D0DF-9D0B-4498-97DD-96FDC61E36DC}"/>
              </a:ext>
            </a:extLst>
          </p:cNvPr>
          <p:cNvSpPr>
            <a:spLocks noGrp="1"/>
          </p:cNvSpPr>
          <p:nvPr>
            <p:ph type="dt" sz="half" idx="10"/>
          </p:nvPr>
        </p:nvSpPr>
        <p:spPr/>
        <p:txBody>
          <a:bodyPr/>
          <a:lstStyle/>
          <a:p>
            <a:fld id="{D387F001-4320-461F-8788-93F2133AA4E1}" type="datetimeFigureOut">
              <a:rPr lang="en-US" smtClean="0"/>
              <a:t>10/17/2024</a:t>
            </a:fld>
            <a:endParaRPr lang="en-US"/>
          </a:p>
        </p:txBody>
      </p:sp>
      <p:sp>
        <p:nvSpPr>
          <p:cNvPr id="5" name="Footer Placeholder 4">
            <a:extLst>
              <a:ext uri="{FF2B5EF4-FFF2-40B4-BE49-F238E27FC236}">
                <a16:creationId xmlns:a16="http://schemas.microsoft.com/office/drawing/2014/main" id="{2F247FA5-CBB9-44A1-9CB4-1F74E9FBC3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65F99E-F915-4454-BB7C-D5F060B9A305}"/>
              </a:ext>
            </a:extLst>
          </p:cNvPr>
          <p:cNvSpPr>
            <a:spLocks noGrp="1"/>
          </p:cNvSpPr>
          <p:nvPr>
            <p:ph type="sldNum" sz="quarter" idx="12"/>
          </p:nvPr>
        </p:nvSpPr>
        <p:spPr/>
        <p:txBody>
          <a:bodyPr/>
          <a:lstStyle/>
          <a:p>
            <a:fld id="{923D9934-D54C-4BD8-82B9-16D54B613FC2}" type="slidenum">
              <a:rPr lang="en-US" smtClean="0"/>
              <a:t>‹#›</a:t>
            </a:fld>
            <a:endParaRPr lang="en-US"/>
          </a:p>
        </p:txBody>
      </p:sp>
    </p:spTree>
    <p:extLst>
      <p:ext uri="{BB962C8B-B14F-4D97-AF65-F5344CB8AC3E}">
        <p14:creationId xmlns:p14="http://schemas.microsoft.com/office/powerpoint/2010/main" val="2921208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4C206F-9910-4855-A829-2B69364FA9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776CC0-0DC0-469E-8307-1D993F00811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75FD04-853F-4C53-BD5F-E5F692361E7E}"/>
              </a:ext>
            </a:extLst>
          </p:cNvPr>
          <p:cNvSpPr>
            <a:spLocks noGrp="1"/>
          </p:cNvSpPr>
          <p:nvPr>
            <p:ph type="dt" sz="half" idx="10"/>
          </p:nvPr>
        </p:nvSpPr>
        <p:spPr/>
        <p:txBody>
          <a:bodyPr/>
          <a:lstStyle/>
          <a:p>
            <a:fld id="{D387F001-4320-461F-8788-93F2133AA4E1}" type="datetimeFigureOut">
              <a:rPr lang="en-US" smtClean="0"/>
              <a:t>10/17/2024</a:t>
            </a:fld>
            <a:endParaRPr lang="en-US"/>
          </a:p>
        </p:txBody>
      </p:sp>
      <p:sp>
        <p:nvSpPr>
          <p:cNvPr id="5" name="Footer Placeholder 4">
            <a:extLst>
              <a:ext uri="{FF2B5EF4-FFF2-40B4-BE49-F238E27FC236}">
                <a16:creationId xmlns:a16="http://schemas.microsoft.com/office/drawing/2014/main" id="{0C4F86BF-B5CB-4796-9708-CAEBB21AD1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CD6DE6-8003-4545-9906-22BE254290CC}"/>
              </a:ext>
            </a:extLst>
          </p:cNvPr>
          <p:cNvSpPr>
            <a:spLocks noGrp="1"/>
          </p:cNvSpPr>
          <p:nvPr>
            <p:ph type="sldNum" sz="quarter" idx="12"/>
          </p:nvPr>
        </p:nvSpPr>
        <p:spPr/>
        <p:txBody>
          <a:bodyPr/>
          <a:lstStyle/>
          <a:p>
            <a:fld id="{923D9934-D54C-4BD8-82B9-16D54B613FC2}" type="slidenum">
              <a:rPr lang="en-US" smtClean="0"/>
              <a:t>‹#›</a:t>
            </a:fld>
            <a:endParaRPr lang="en-US"/>
          </a:p>
        </p:txBody>
      </p:sp>
    </p:spTree>
    <p:extLst>
      <p:ext uri="{BB962C8B-B14F-4D97-AF65-F5344CB8AC3E}">
        <p14:creationId xmlns:p14="http://schemas.microsoft.com/office/powerpoint/2010/main" val="1457907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98EB6B-2CA8-4A3A-810F-DB7FEA0980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22E912-E666-4667-AE4A-54FE23D55C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0FF52B-744A-4DFB-B38A-3EEC2AC2A5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87F001-4320-461F-8788-93F2133AA4E1}" type="datetimeFigureOut">
              <a:rPr lang="en-US" smtClean="0"/>
              <a:t>10/17/2024</a:t>
            </a:fld>
            <a:endParaRPr lang="en-US"/>
          </a:p>
        </p:txBody>
      </p:sp>
      <p:sp>
        <p:nvSpPr>
          <p:cNvPr id="5" name="Footer Placeholder 4">
            <a:extLst>
              <a:ext uri="{FF2B5EF4-FFF2-40B4-BE49-F238E27FC236}">
                <a16:creationId xmlns:a16="http://schemas.microsoft.com/office/drawing/2014/main" id="{53D38BBD-D3E0-4878-AA7E-E586FE5BF5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DAC835F-4A62-4EB7-8E7B-DE868C3B5E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3D9934-D54C-4BD8-82B9-16D54B613FC2}" type="slidenum">
              <a:rPr lang="en-US" smtClean="0"/>
              <a:t>‹#›</a:t>
            </a:fld>
            <a:endParaRPr lang="en-US"/>
          </a:p>
        </p:txBody>
      </p:sp>
    </p:spTree>
    <p:extLst>
      <p:ext uri="{BB962C8B-B14F-4D97-AF65-F5344CB8AC3E}">
        <p14:creationId xmlns:p14="http://schemas.microsoft.com/office/powerpoint/2010/main" val="3121699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0634EA6-5857-473C-989D-3FAD60E982E3}"/>
              </a:ext>
            </a:extLst>
          </p:cNvPr>
          <p:cNvSpPr txBox="1">
            <a:spLocks/>
          </p:cNvSpPr>
          <p:nvPr/>
        </p:nvSpPr>
        <p:spPr>
          <a:xfrm>
            <a:off x="116939" y="623599"/>
            <a:ext cx="11407515" cy="12376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3600" b="1" dirty="0">
                <a:solidFill>
                  <a:srgbClr val="002060"/>
                </a:solidFill>
                <a:latin typeface="Algerian" panose="04020705040A02060702" pitchFamily="82" charset="0"/>
              </a:rPr>
              <a:t>    </a:t>
            </a:r>
            <a:r>
              <a:rPr lang="en-US" sz="3600" b="1" u="sng" dirty="0">
                <a:solidFill>
                  <a:srgbClr val="002060"/>
                </a:solidFill>
                <a:latin typeface="Algerian" panose="04020705040A02060702" pitchFamily="82" charset="0"/>
              </a:rPr>
              <a:t>ONLINE BANKING MANAGEMENT SYSTEM</a:t>
            </a:r>
            <a:endParaRPr lang="en-US" sz="4000" b="1" u="sng" dirty="0">
              <a:solidFill>
                <a:srgbClr val="002060"/>
              </a:solidFill>
              <a:latin typeface="Algerian" panose="04020705040A02060702" pitchFamily="82" charset="0"/>
            </a:endParaRPr>
          </a:p>
        </p:txBody>
      </p:sp>
      <p:sp>
        <p:nvSpPr>
          <p:cNvPr id="5" name="Subtitle 2">
            <a:extLst>
              <a:ext uri="{FF2B5EF4-FFF2-40B4-BE49-F238E27FC236}">
                <a16:creationId xmlns:a16="http://schemas.microsoft.com/office/drawing/2014/main" id="{E71EE9B0-9A70-419E-B207-5E84C013EDE7}"/>
              </a:ext>
            </a:extLst>
          </p:cNvPr>
          <p:cNvSpPr txBox="1">
            <a:spLocks/>
          </p:cNvSpPr>
          <p:nvPr/>
        </p:nvSpPr>
        <p:spPr>
          <a:xfrm>
            <a:off x="752474" y="3375082"/>
            <a:ext cx="4171951" cy="14757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400" dirty="0"/>
          </a:p>
          <a:p>
            <a:pPr marL="0" indent="0">
              <a:buNone/>
            </a:pPr>
            <a:endParaRPr lang="en-US" sz="2400" dirty="0"/>
          </a:p>
        </p:txBody>
      </p:sp>
      <p:pic>
        <p:nvPicPr>
          <p:cNvPr id="8" name="Picture 7">
            <a:extLst>
              <a:ext uri="{FF2B5EF4-FFF2-40B4-BE49-F238E27FC236}">
                <a16:creationId xmlns:a16="http://schemas.microsoft.com/office/drawing/2014/main" id="{4A7D3D7F-37FF-43C2-AB10-6A15E1541F32}"/>
              </a:ext>
            </a:extLst>
          </p:cNvPr>
          <p:cNvPicPr>
            <a:picLocks noChangeAspect="1"/>
          </p:cNvPicPr>
          <p:nvPr/>
        </p:nvPicPr>
        <p:blipFill>
          <a:blip r:embed="rId2"/>
          <a:stretch>
            <a:fillRect/>
          </a:stretch>
        </p:blipFill>
        <p:spPr>
          <a:xfrm>
            <a:off x="0" y="91607"/>
            <a:ext cx="1504949" cy="1023587"/>
          </a:xfrm>
          <a:prstGeom prst="rect">
            <a:avLst/>
          </a:prstGeom>
        </p:spPr>
      </p:pic>
      <p:pic>
        <p:nvPicPr>
          <p:cNvPr id="11" name="Picture 10">
            <a:extLst>
              <a:ext uri="{FF2B5EF4-FFF2-40B4-BE49-F238E27FC236}">
                <a16:creationId xmlns:a16="http://schemas.microsoft.com/office/drawing/2014/main" id="{90CAFED0-102C-4A1F-9B66-03941619ED7B}"/>
              </a:ext>
            </a:extLst>
          </p:cNvPr>
          <p:cNvPicPr>
            <a:picLocks noChangeAspect="1"/>
          </p:cNvPicPr>
          <p:nvPr/>
        </p:nvPicPr>
        <p:blipFill>
          <a:blip r:embed="rId2"/>
          <a:stretch>
            <a:fillRect/>
          </a:stretch>
        </p:blipFill>
        <p:spPr>
          <a:xfrm>
            <a:off x="0" y="21647"/>
            <a:ext cx="1504949" cy="1023587"/>
          </a:xfrm>
          <a:prstGeom prst="rect">
            <a:avLst/>
          </a:prstGeom>
        </p:spPr>
      </p:pic>
      <p:sp>
        <p:nvSpPr>
          <p:cNvPr id="12" name="Title 1">
            <a:extLst>
              <a:ext uri="{FF2B5EF4-FFF2-40B4-BE49-F238E27FC236}">
                <a16:creationId xmlns:a16="http://schemas.microsoft.com/office/drawing/2014/main" id="{1B2D5CF5-AFE6-401F-AD77-6BCCF4F81578}"/>
              </a:ext>
            </a:extLst>
          </p:cNvPr>
          <p:cNvSpPr txBox="1">
            <a:spLocks noChangeArrowheads="1"/>
          </p:cNvSpPr>
          <p:nvPr/>
        </p:nvSpPr>
        <p:spPr>
          <a:xfrm>
            <a:off x="3" y="6431610"/>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4" name="Picture 13">
            <a:extLst>
              <a:ext uri="{FF2B5EF4-FFF2-40B4-BE49-F238E27FC236}">
                <a16:creationId xmlns:a16="http://schemas.microsoft.com/office/drawing/2014/main" id="{0E5EC5A2-AA4D-4584-A4BD-E8A3EE1A655B}"/>
              </a:ext>
            </a:extLst>
          </p:cNvPr>
          <p:cNvPicPr>
            <a:picLocks noChangeAspect="1"/>
          </p:cNvPicPr>
          <p:nvPr/>
        </p:nvPicPr>
        <p:blipFill>
          <a:blip r:embed="rId2"/>
          <a:stretch>
            <a:fillRect/>
          </a:stretch>
        </p:blipFill>
        <p:spPr>
          <a:xfrm>
            <a:off x="0" y="-11447"/>
            <a:ext cx="1504949" cy="1023587"/>
          </a:xfrm>
          <a:prstGeom prst="rect">
            <a:avLst/>
          </a:prstGeom>
        </p:spPr>
      </p:pic>
      <p:sp>
        <p:nvSpPr>
          <p:cNvPr id="15" name="Title 1">
            <a:extLst>
              <a:ext uri="{FF2B5EF4-FFF2-40B4-BE49-F238E27FC236}">
                <a16:creationId xmlns:a16="http://schemas.microsoft.com/office/drawing/2014/main" id="{CFD76DEF-FBE4-4048-BA45-CFF54019E1F5}"/>
              </a:ext>
            </a:extLst>
          </p:cNvPr>
          <p:cNvSpPr txBox="1">
            <a:spLocks noChangeArrowheads="1"/>
          </p:cNvSpPr>
          <p:nvPr/>
        </p:nvSpPr>
        <p:spPr>
          <a:xfrm>
            <a:off x="3" y="6364611"/>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7" name="Picture 16">
            <a:extLst>
              <a:ext uri="{FF2B5EF4-FFF2-40B4-BE49-F238E27FC236}">
                <a16:creationId xmlns:a16="http://schemas.microsoft.com/office/drawing/2014/main" id="{DA5F9815-63AB-4A14-B67F-BE47778A498D}"/>
              </a:ext>
            </a:extLst>
          </p:cNvPr>
          <p:cNvPicPr>
            <a:picLocks noChangeAspect="1"/>
          </p:cNvPicPr>
          <p:nvPr/>
        </p:nvPicPr>
        <p:blipFill>
          <a:blip r:embed="rId2"/>
          <a:stretch>
            <a:fillRect/>
          </a:stretch>
        </p:blipFill>
        <p:spPr>
          <a:xfrm>
            <a:off x="0" y="-78446"/>
            <a:ext cx="1504949" cy="1023587"/>
          </a:xfrm>
          <a:prstGeom prst="rect">
            <a:avLst/>
          </a:prstGeom>
        </p:spPr>
      </p:pic>
      <p:sp>
        <p:nvSpPr>
          <p:cNvPr id="2" name="Title 1">
            <a:extLst>
              <a:ext uri="{FF2B5EF4-FFF2-40B4-BE49-F238E27FC236}">
                <a16:creationId xmlns:a16="http://schemas.microsoft.com/office/drawing/2014/main" id="{16C6E62C-F18D-5606-3A13-FBA4A414B37F}"/>
              </a:ext>
            </a:extLst>
          </p:cNvPr>
          <p:cNvSpPr txBox="1">
            <a:spLocks noChangeArrowheads="1"/>
          </p:cNvSpPr>
          <p:nvPr/>
        </p:nvSpPr>
        <p:spPr>
          <a:xfrm>
            <a:off x="1301568" y="-96513"/>
            <a:ext cx="10687051" cy="1033112"/>
          </a:xfrm>
          <a:prstGeom prst="rect">
            <a:avLst/>
          </a:prstGeom>
          <a:solidFill>
            <a:srgbClr val="C00000"/>
          </a:solidFill>
        </p:spPr>
        <p:txBody>
          <a:bodyPr/>
          <a:lstStyle/>
          <a:p>
            <a:pPr algn="ctr" fontAlgn="base"/>
            <a:r>
              <a:rPr lang="en-IN" sz="2800" b="1" dirty="0">
                <a:solidFill>
                  <a:schemeClr val="bg1"/>
                </a:solidFill>
                <a:latin typeface="Times New Roman" panose="02020603050405020304" pitchFamily="18" charset="0"/>
                <a:cs typeface="Times New Roman" panose="02020603050405020304" pitchFamily="18" charset="0"/>
              </a:rPr>
              <a:t>Name of the School: School of Computer Science and Engineering </a:t>
            </a:r>
          </a:p>
          <a:p>
            <a:pPr fontAlgn="base"/>
            <a:r>
              <a:rPr lang="en-IN" sz="4000" b="1" dirty="0">
                <a:solidFill>
                  <a:schemeClr val="bg1"/>
                </a:solidFill>
                <a:latin typeface="Times New Roman" panose="02020603050405020304" pitchFamily="18" charset="0"/>
                <a:cs typeface="Times New Roman" panose="02020603050405020304" pitchFamily="18" charset="0"/>
              </a:rPr>
              <a:t>   </a:t>
            </a:r>
            <a:r>
              <a:rPr lang="en-IN" sz="2000" b="1" dirty="0">
                <a:solidFill>
                  <a:schemeClr val="bg1"/>
                </a:solidFill>
                <a:latin typeface="Times New Roman" panose="02020603050405020304" pitchFamily="18" charset="0"/>
                <a:cs typeface="Times New Roman" panose="02020603050405020304" pitchFamily="18" charset="0"/>
              </a:rPr>
              <a:t>Course Code: E1UA307C 			         Course Name: JAVA  PROGRAMMING</a:t>
            </a:r>
            <a:endParaRPr lang="en-US" sz="2000"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FA03FCA-B105-D080-69E9-C2DBEEE6DBB3}"/>
              </a:ext>
            </a:extLst>
          </p:cNvPr>
          <p:cNvSpPr txBox="1"/>
          <p:nvPr/>
        </p:nvSpPr>
        <p:spPr>
          <a:xfrm>
            <a:off x="116938" y="3429000"/>
            <a:ext cx="7035701" cy="2523768"/>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PRESENTED BY</a:t>
            </a:r>
            <a:r>
              <a:rPr lang="en-US" dirty="0">
                <a:latin typeface="Arial" panose="020B0604020202020204" pitchFamily="34" charset="0"/>
                <a:cs typeface="Arial" panose="020B0604020202020204" pitchFamily="34" charset="0"/>
              </a:rPr>
              <a:t>:- </a:t>
            </a:r>
          </a:p>
          <a:p>
            <a:r>
              <a:rPr lang="en-US" sz="2800" dirty="0">
                <a:solidFill>
                  <a:srgbClr val="002060"/>
                </a:solidFill>
                <a:latin typeface="Arial" panose="020B0604020202020204" pitchFamily="34" charset="0"/>
                <a:cs typeface="Arial" panose="020B0604020202020204" pitchFamily="34" charset="0"/>
              </a:rPr>
              <a:t>Satyam Kumar (23SCSE1012024)</a:t>
            </a:r>
          </a:p>
          <a:p>
            <a:r>
              <a:rPr lang="en-US" sz="2800" dirty="0">
                <a:solidFill>
                  <a:srgbClr val="002060"/>
                </a:solidFill>
                <a:latin typeface="Arial" panose="020B0604020202020204" pitchFamily="34" charset="0"/>
                <a:cs typeface="Arial" panose="020B0604020202020204" pitchFamily="34" charset="0"/>
              </a:rPr>
              <a:t>Abhijeet Sah (23SCSE1010152)</a:t>
            </a:r>
          </a:p>
          <a:p>
            <a:r>
              <a:rPr lang="en-US" sz="2800" dirty="0">
                <a:solidFill>
                  <a:srgbClr val="002060"/>
                </a:solidFill>
                <a:latin typeface="Arial" panose="020B0604020202020204" pitchFamily="34" charset="0"/>
                <a:cs typeface="Arial" panose="020B0604020202020204" pitchFamily="34" charset="0"/>
              </a:rPr>
              <a:t>Prashant Kumar (23SCSE1010486)</a:t>
            </a:r>
          </a:p>
          <a:p>
            <a:r>
              <a:rPr lang="en-US" sz="2800" dirty="0">
                <a:solidFill>
                  <a:srgbClr val="002060"/>
                </a:solidFill>
                <a:latin typeface="Arial" panose="020B0604020202020204" pitchFamily="34" charset="0"/>
                <a:cs typeface="Arial" panose="020B0604020202020204" pitchFamily="34" charset="0"/>
              </a:rPr>
              <a:t>Shivam Shukla (23SCSE101444)</a:t>
            </a:r>
          </a:p>
          <a:p>
            <a:r>
              <a:rPr lang="en-US" sz="2800" dirty="0">
                <a:solidFill>
                  <a:srgbClr val="002060"/>
                </a:solidFill>
                <a:latin typeface="Arial" panose="020B0604020202020204" pitchFamily="34" charset="0"/>
                <a:cs typeface="Arial" panose="020B0604020202020204" pitchFamily="34" charset="0"/>
              </a:rPr>
              <a:t>Section:-6</a:t>
            </a:r>
            <a:endParaRPr lang="en-IN" sz="2800" dirty="0">
              <a:solidFill>
                <a:srgbClr val="002060"/>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C2CF1BBB-C193-C736-D8E8-89FC5766FFAB}"/>
              </a:ext>
            </a:extLst>
          </p:cNvPr>
          <p:cNvSpPr txBox="1"/>
          <p:nvPr/>
        </p:nvSpPr>
        <p:spPr>
          <a:xfrm>
            <a:off x="8958887" y="4958361"/>
            <a:ext cx="3116174" cy="769441"/>
          </a:xfrm>
          <a:prstGeom prst="rect">
            <a:avLst/>
          </a:prstGeom>
          <a:noFill/>
        </p:spPr>
        <p:txBody>
          <a:bodyPr wrap="none" rtlCol="0">
            <a:spAutoFit/>
          </a:bodyPr>
          <a:lstStyle/>
          <a:p>
            <a:r>
              <a:rPr lang="en-US" sz="2000" dirty="0">
                <a:latin typeface="Arial Black" panose="020B0A04020102020204" pitchFamily="34" charset="0"/>
              </a:rPr>
              <a:t>GUIDED BY:-</a:t>
            </a:r>
          </a:p>
          <a:p>
            <a:r>
              <a:rPr lang="en-US" sz="2000" dirty="0">
                <a:latin typeface="Arial Black" panose="020B0A04020102020204" pitchFamily="34" charset="0"/>
              </a:rPr>
              <a:t>     </a:t>
            </a:r>
            <a:r>
              <a:rPr lang="en-US" sz="2400" dirty="0">
                <a:solidFill>
                  <a:srgbClr val="002060"/>
                </a:solidFill>
                <a:latin typeface="Arial" panose="020B0604020202020204" pitchFamily="34" charset="0"/>
                <a:cs typeface="Arial" panose="020B0604020202020204" pitchFamily="34" charset="0"/>
              </a:rPr>
              <a:t>SHIVANGI SINGH</a:t>
            </a:r>
            <a:endParaRPr lang="en-IN" sz="2400" dirty="0">
              <a:solidFill>
                <a:srgbClr val="002060"/>
              </a:solidFill>
              <a:latin typeface="Arial Black" panose="020B0A04020102020204" pitchFamily="34" charset="0"/>
            </a:endParaRPr>
          </a:p>
        </p:txBody>
      </p:sp>
    </p:spTree>
    <p:extLst>
      <p:ext uri="{BB962C8B-B14F-4D97-AF65-F5344CB8AC3E}">
        <p14:creationId xmlns:p14="http://schemas.microsoft.com/office/powerpoint/2010/main" val="455636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0634EA6-5857-473C-989D-3FAD60E982E3}"/>
              </a:ext>
            </a:extLst>
          </p:cNvPr>
          <p:cNvSpPr txBox="1">
            <a:spLocks/>
          </p:cNvSpPr>
          <p:nvPr/>
        </p:nvSpPr>
        <p:spPr>
          <a:xfrm>
            <a:off x="-579120" y="629098"/>
            <a:ext cx="7066083" cy="1330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3600" b="1" u="sng" dirty="0">
                <a:solidFill>
                  <a:srgbClr val="002060"/>
                </a:solidFill>
                <a:latin typeface="Algerian" panose="04020705040A02060702" pitchFamily="82" charset="0"/>
              </a:rPr>
              <a:t>Problem Statement</a:t>
            </a:r>
            <a:endParaRPr lang="en-US" sz="2400" b="1" u="sng" dirty="0">
              <a:solidFill>
                <a:srgbClr val="002060"/>
              </a:solidFill>
              <a:latin typeface="Algerian" panose="04020705040A02060702" pitchFamily="82" charset="0"/>
            </a:endParaRPr>
          </a:p>
        </p:txBody>
      </p:sp>
      <p:pic>
        <p:nvPicPr>
          <p:cNvPr id="8" name="Picture 7">
            <a:extLst>
              <a:ext uri="{FF2B5EF4-FFF2-40B4-BE49-F238E27FC236}">
                <a16:creationId xmlns:a16="http://schemas.microsoft.com/office/drawing/2014/main" id="{4A7D3D7F-37FF-43C2-AB10-6A15E1541F32}"/>
              </a:ext>
            </a:extLst>
          </p:cNvPr>
          <p:cNvPicPr>
            <a:picLocks noChangeAspect="1"/>
          </p:cNvPicPr>
          <p:nvPr/>
        </p:nvPicPr>
        <p:blipFill>
          <a:blip r:embed="rId2"/>
          <a:stretch>
            <a:fillRect/>
          </a:stretch>
        </p:blipFill>
        <p:spPr>
          <a:xfrm>
            <a:off x="0" y="91607"/>
            <a:ext cx="1504949" cy="1023587"/>
          </a:xfrm>
          <a:prstGeom prst="rect">
            <a:avLst/>
          </a:prstGeom>
        </p:spPr>
      </p:pic>
      <p:pic>
        <p:nvPicPr>
          <p:cNvPr id="11" name="Picture 10">
            <a:extLst>
              <a:ext uri="{FF2B5EF4-FFF2-40B4-BE49-F238E27FC236}">
                <a16:creationId xmlns:a16="http://schemas.microsoft.com/office/drawing/2014/main" id="{90CAFED0-102C-4A1F-9B66-03941619ED7B}"/>
              </a:ext>
            </a:extLst>
          </p:cNvPr>
          <p:cNvPicPr>
            <a:picLocks noChangeAspect="1"/>
          </p:cNvPicPr>
          <p:nvPr/>
        </p:nvPicPr>
        <p:blipFill>
          <a:blip r:embed="rId2"/>
          <a:stretch>
            <a:fillRect/>
          </a:stretch>
        </p:blipFill>
        <p:spPr>
          <a:xfrm>
            <a:off x="0" y="21647"/>
            <a:ext cx="1504949" cy="1023587"/>
          </a:xfrm>
          <a:prstGeom prst="rect">
            <a:avLst/>
          </a:prstGeom>
        </p:spPr>
      </p:pic>
      <p:sp>
        <p:nvSpPr>
          <p:cNvPr id="12" name="Title 1">
            <a:extLst>
              <a:ext uri="{FF2B5EF4-FFF2-40B4-BE49-F238E27FC236}">
                <a16:creationId xmlns:a16="http://schemas.microsoft.com/office/drawing/2014/main" id="{1B2D5CF5-AFE6-401F-AD77-6BCCF4F81578}"/>
              </a:ext>
            </a:extLst>
          </p:cNvPr>
          <p:cNvSpPr txBox="1">
            <a:spLocks noChangeArrowheads="1"/>
          </p:cNvSpPr>
          <p:nvPr/>
        </p:nvSpPr>
        <p:spPr>
          <a:xfrm>
            <a:off x="3" y="6431610"/>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4" name="Picture 13">
            <a:extLst>
              <a:ext uri="{FF2B5EF4-FFF2-40B4-BE49-F238E27FC236}">
                <a16:creationId xmlns:a16="http://schemas.microsoft.com/office/drawing/2014/main" id="{0E5EC5A2-AA4D-4584-A4BD-E8A3EE1A655B}"/>
              </a:ext>
            </a:extLst>
          </p:cNvPr>
          <p:cNvPicPr>
            <a:picLocks noChangeAspect="1"/>
          </p:cNvPicPr>
          <p:nvPr/>
        </p:nvPicPr>
        <p:blipFill>
          <a:blip r:embed="rId2"/>
          <a:stretch>
            <a:fillRect/>
          </a:stretch>
        </p:blipFill>
        <p:spPr>
          <a:xfrm>
            <a:off x="0" y="-11447"/>
            <a:ext cx="1504949" cy="1023587"/>
          </a:xfrm>
          <a:prstGeom prst="rect">
            <a:avLst/>
          </a:prstGeom>
        </p:spPr>
      </p:pic>
      <p:sp>
        <p:nvSpPr>
          <p:cNvPr id="15" name="Title 1">
            <a:extLst>
              <a:ext uri="{FF2B5EF4-FFF2-40B4-BE49-F238E27FC236}">
                <a16:creationId xmlns:a16="http://schemas.microsoft.com/office/drawing/2014/main" id="{CFD76DEF-FBE4-4048-BA45-CFF54019E1F5}"/>
              </a:ext>
            </a:extLst>
          </p:cNvPr>
          <p:cNvSpPr txBox="1">
            <a:spLocks noChangeArrowheads="1"/>
          </p:cNvSpPr>
          <p:nvPr/>
        </p:nvSpPr>
        <p:spPr>
          <a:xfrm>
            <a:off x="3" y="6364611"/>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7" name="Picture 16">
            <a:extLst>
              <a:ext uri="{FF2B5EF4-FFF2-40B4-BE49-F238E27FC236}">
                <a16:creationId xmlns:a16="http://schemas.microsoft.com/office/drawing/2014/main" id="{DA5F9815-63AB-4A14-B67F-BE47778A498D}"/>
              </a:ext>
            </a:extLst>
          </p:cNvPr>
          <p:cNvPicPr>
            <a:picLocks noChangeAspect="1"/>
          </p:cNvPicPr>
          <p:nvPr/>
        </p:nvPicPr>
        <p:blipFill>
          <a:blip r:embed="rId2"/>
          <a:stretch>
            <a:fillRect/>
          </a:stretch>
        </p:blipFill>
        <p:spPr>
          <a:xfrm>
            <a:off x="0" y="-78446"/>
            <a:ext cx="1504949" cy="1023587"/>
          </a:xfrm>
          <a:prstGeom prst="rect">
            <a:avLst/>
          </a:prstGeom>
        </p:spPr>
      </p:pic>
      <p:sp>
        <p:nvSpPr>
          <p:cNvPr id="2" name="Title 1">
            <a:extLst>
              <a:ext uri="{FF2B5EF4-FFF2-40B4-BE49-F238E27FC236}">
                <a16:creationId xmlns:a16="http://schemas.microsoft.com/office/drawing/2014/main" id="{16C6E62C-F18D-5606-3A13-FBA4A414B37F}"/>
              </a:ext>
            </a:extLst>
          </p:cNvPr>
          <p:cNvSpPr txBox="1">
            <a:spLocks noChangeArrowheads="1"/>
          </p:cNvSpPr>
          <p:nvPr/>
        </p:nvSpPr>
        <p:spPr>
          <a:xfrm>
            <a:off x="1301568" y="-96513"/>
            <a:ext cx="10687051" cy="1033112"/>
          </a:xfrm>
          <a:prstGeom prst="rect">
            <a:avLst/>
          </a:prstGeom>
          <a:solidFill>
            <a:srgbClr val="C00000"/>
          </a:solidFill>
        </p:spPr>
        <p:txBody>
          <a:bodyPr/>
          <a:lstStyle/>
          <a:p>
            <a:pPr algn="ctr" fontAlgn="base"/>
            <a:r>
              <a:rPr lang="en-IN" sz="2800" b="1" dirty="0">
                <a:solidFill>
                  <a:schemeClr val="bg1"/>
                </a:solidFill>
                <a:latin typeface="Times New Roman" panose="02020603050405020304" pitchFamily="18" charset="0"/>
                <a:cs typeface="Times New Roman" panose="02020603050405020304" pitchFamily="18" charset="0"/>
              </a:rPr>
              <a:t>Name of the School: School of Computer Science and Engineering </a:t>
            </a:r>
          </a:p>
          <a:p>
            <a:pPr fontAlgn="base"/>
            <a:r>
              <a:rPr lang="en-IN" sz="4000" b="1" dirty="0">
                <a:solidFill>
                  <a:schemeClr val="bg1"/>
                </a:solidFill>
                <a:latin typeface="Times New Roman" panose="02020603050405020304" pitchFamily="18" charset="0"/>
                <a:cs typeface="Times New Roman" panose="02020603050405020304" pitchFamily="18" charset="0"/>
              </a:rPr>
              <a:t>   </a:t>
            </a:r>
            <a:r>
              <a:rPr lang="en-IN" sz="2000" b="1" dirty="0">
                <a:solidFill>
                  <a:schemeClr val="bg1"/>
                </a:solidFill>
                <a:latin typeface="Times New Roman" panose="02020603050405020304" pitchFamily="18" charset="0"/>
                <a:cs typeface="Times New Roman" panose="02020603050405020304" pitchFamily="18" charset="0"/>
              </a:rPr>
              <a:t>Course Code: E1UA307C  		  	          Course Name: JAVA PROGRAMMING</a:t>
            </a:r>
            <a:endParaRPr lang="en-US" sz="2000"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9A1866-2FF5-FCD9-F6E2-81903445A332}"/>
              </a:ext>
            </a:extLst>
          </p:cNvPr>
          <p:cNvSpPr txBox="1"/>
          <p:nvPr/>
        </p:nvSpPr>
        <p:spPr>
          <a:xfrm>
            <a:off x="147484" y="1613773"/>
            <a:ext cx="6243484" cy="3970318"/>
          </a:xfrm>
          <a:prstGeom prst="rect">
            <a:avLst/>
          </a:prstGeom>
          <a:noFill/>
        </p:spPr>
        <p:txBody>
          <a:bodyPr wrap="square" rtlCol="0">
            <a:spAutoFit/>
          </a:bodyPr>
          <a:lstStyle/>
          <a:p>
            <a:r>
              <a:rPr lang="en-US" sz="2800" dirty="0">
                <a:latin typeface="Arial Black" panose="020B0A04020102020204" pitchFamily="34" charset="0"/>
              </a:rPr>
              <a:t>The system will allow customers to view and manage their bank accounts, perform transactions, and access various banking services. Administrators will handle user management, transaction monitoring, and system settings.</a:t>
            </a:r>
            <a:endParaRPr lang="en-IN" sz="2800" dirty="0">
              <a:latin typeface="Arial Black" panose="020B0A04020102020204" pitchFamily="34" charset="0"/>
            </a:endParaRPr>
          </a:p>
        </p:txBody>
      </p:sp>
      <p:pic>
        <p:nvPicPr>
          <p:cNvPr id="10" name="Picture 9">
            <a:extLst>
              <a:ext uri="{FF2B5EF4-FFF2-40B4-BE49-F238E27FC236}">
                <a16:creationId xmlns:a16="http://schemas.microsoft.com/office/drawing/2014/main" id="{E9705BCD-06B1-D888-D0A7-4BA3758BB7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945141"/>
            <a:ext cx="6095997" cy="5419470"/>
          </a:xfrm>
          <a:prstGeom prst="rect">
            <a:avLst/>
          </a:prstGeom>
        </p:spPr>
      </p:pic>
    </p:spTree>
    <p:extLst>
      <p:ext uri="{BB962C8B-B14F-4D97-AF65-F5344CB8AC3E}">
        <p14:creationId xmlns:p14="http://schemas.microsoft.com/office/powerpoint/2010/main" val="434603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0634EA6-5857-473C-989D-3FAD60E982E3}"/>
              </a:ext>
            </a:extLst>
          </p:cNvPr>
          <p:cNvSpPr txBox="1">
            <a:spLocks/>
          </p:cNvSpPr>
          <p:nvPr/>
        </p:nvSpPr>
        <p:spPr>
          <a:xfrm>
            <a:off x="94593" y="792586"/>
            <a:ext cx="3057120" cy="1330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3600" b="1" u="sng" dirty="0">
                <a:solidFill>
                  <a:srgbClr val="002060"/>
                </a:solidFill>
                <a:latin typeface="Algerian" panose="04020705040A02060702" pitchFamily="82" charset="0"/>
              </a:rPr>
              <a:t>Flowchart</a:t>
            </a:r>
            <a:endParaRPr lang="en-US" sz="2400" b="1" u="sng" dirty="0">
              <a:solidFill>
                <a:srgbClr val="002060"/>
              </a:solidFill>
              <a:latin typeface="Algerian" panose="04020705040A02060702" pitchFamily="82" charset="0"/>
            </a:endParaRPr>
          </a:p>
        </p:txBody>
      </p:sp>
      <p:pic>
        <p:nvPicPr>
          <p:cNvPr id="8" name="Picture 7">
            <a:extLst>
              <a:ext uri="{FF2B5EF4-FFF2-40B4-BE49-F238E27FC236}">
                <a16:creationId xmlns:a16="http://schemas.microsoft.com/office/drawing/2014/main" id="{4A7D3D7F-37FF-43C2-AB10-6A15E1541F32}"/>
              </a:ext>
            </a:extLst>
          </p:cNvPr>
          <p:cNvPicPr>
            <a:picLocks noChangeAspect="1"/>
          </p:cNvPicPr>
          <p:nvPr/>
        </p:nvPicPr>
        <p:blipFill>
          <a:blip r:embed="rId2"/>
          <a:stretch>
            <a:fillRect/>
          </a:stretch>
        </p:blipFill>
        <p:spPr>
          <a:xfrm>
            <a:off x="0" y="91607"/>
            <a:ext cx="1504949" cy="1023587"/>
          </a:xfrm>
          <a:prstGeom prst="rect">
            <a:avLst/>
          </a:prstGeom>
        </p:spPr>
      </p:pic>
      <p:pic>
        <p:nvPicPr>
          <p:cNvPr id="11" name="Picture 10">
            <a:extLst>
              <a:ext uri="{FF2B5EF4-FFF2-40B4-BE49-F238E27FC236}">
                <a16:creationId xmlns:a16="http://schemas.microsoft.com/office/drawing/2014/main" id="{90CAFED0-102C-4A1F-9B66-03941619ED7B}"/>
              </a:ext>
            </a:extLst>
          </p:cNvPr>
          <p:cNvPicPr>
            <a:picLocks noChangeAspect="1"/>
          </p:cNvPicPr>
          <p:nvPr/>
        </p:nvPicPr>
        <p:blipFill>
          <a:blip r:embed="rId2"/>
          <a:stretch>
            <a:fillRect/>
          </a:stretch>
        </p:blipFill>
        <p:spPr>
          <a:xfrm>
            <a:off x="0" y="21647"/>
            <a:ext cx="1504949" cy="1023587"/>
          </a:xfrm>
          <a:prstGeom prst="rect">
            <a:avLst/>
          </a:prstGeom>
        </p:spPr>
      </p:pic>
      <p:sp>
        <p:nvSpPr>
          <p:cNvPr id="12" name="Title 1">
            <a:extLst>
              <a:ext uri="{FF2B5EF4-FFF2-40B4-BE49-F238E27FC236}">
                <a16:creationId xmlns:a16="http://schemas.microsoft.com/office/drawing/2014/main" id="{1B2D5CF5-AFE6-401F-AD77-6BCCF4F81578}"/>
              </a:ext>
            </a:extLst>
          </p:cNvPr>
          <p:cNvSpPr txBox="1">
            <a:spLocks noChangeArrowheads="1"/>
          </p:cNvSpPr>
          <p:nvPr/>
        </p:nvSpPr>
        <p:spPr>
          <a:xfrm>
            <a:off x="3" y="6431610"/>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4" name="Picture 13">
            <a:extLst>
              <a:ext uri="{FF2B5EF4-FFF2-40B4-BE49-F238E27FC236}">
                <a16:creationId xmlns:a16="http://schemas.microsoft.com/office/drawing/2014/main" id="{0E5EC5A2-AA4D-4584-A4BD-E8A3EE1A655B}"/>
              </a:ext>
            </a:extLst>
          </p:cNvPr>
          <p:cNvPicPr>
            <a:picLocks noChangeAspect="1"/>
          </p:cNvPicPr>
          <p:nvPr/>
        </p:nvPicPr>
        <p:blipFill>
          <a:blip r:embed="rId2"/>
          <a:stretch>
            <a:fillRect/>
          </a:stretch>
        </p:blipFill>
        <p:spPr>
          <a:xfrm>
            <a:off x="0" y="-11447"/>
            <a:ext cx="1504949" cy="1023587"/>
          </a:xfrm>
          <a:prstGeom prst="rect">
            <a:avLst/>
          </a:prstGeom>
        </p:spPr>
      </p:pic>
      <p:sp>
        <p:nvSpPr>
          <p:cNvPr id="15" name="Title 1">
            <a:extLst>
              <a:ext uri="{FF2B5EF4-FFF2-40B4-BE49-F238E27FC236}">
                <a16:creationId xmlns:a16="http://schemas.microsoft.com/office/drawing/2014/main" id="{CFD76DEF-FBE4-4048-BA45-CFF54019E1F5}"/>
              </a:ext>
            </a:extLst>
          </p:cNvPr>
          <p:cNvSpPr txBox="1">
            <a:spLocks noChangeArrowheads="1"/>
          </p:cNvSpPr>
          <p:nvPr/>
        </p:nvSpPr>
        <p:spPr>
          <a:xfrm>
            <a:off x="3" y="6364611"/>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7" name="Picture 16">
            <a:extLst>
              <a:ext uri="{FF2B5EF4-FFF2-40B4-BE49-F238E27FC236}">
                <a16:creationId xmlns:a16="http://schemas.microsoft.com/office/drawing/2014/main" id="{DA5F9815-63AB-4A14-B67F-BE47778A498D}"/>
              </a:ext>
            </a:extLst>
          </p:cNvPr>
          <p:cNvPicPr>
            <a:picLocks noChangeAspect="1"/>
          </p:cNvPicPr>
          <p:nvPr/>
        </p:nvPicPr>
        <p:blipFill>
          <a:blip r:embed="rId2"/>
          <a:stretch>
            <a:fillRect/>
          </a:stretch>
        </p:blipFill>
        <p:spPr>
          <a:xfrm>
            <a:off x="0" y="-78446"/>
            <a:ext cx="1504949" cy="1023587"/>
          </a:xfrm>
          <a:prstGeom prst="rect">
            <a:avLst/>
          </a:prstGeom>
        </p:spPr>
      </p:pic>
      <p:sp>
        <p:nvSpPr>
          <p:cNvPr id="2" name="Title 1">
            <a:extLst>
              <a:ext uri="{FF2B5EF4-FFF2-40B4-BE49-F238E27FC236}">
                <a16:creationId xmlns:a16="http://schemas.microsoft.com/office/drawing/2014/main" id="{16C6E62C-F18D-5606-3A13-FBA4A414B37F}"/>
              </a:ext>
            </a:extLst>
          </p:cNvPr>
          <p:cNvSpPr txBox="1">
            <a:spLocks noChangeArrowheads="1"/>
          </p:cNvSpPr>
          <p:nvPr/>
        </p:nvSpPr>
        <p:spPr>
          <a:xfrm>
            <a:off x="1301568" y="-96513"/>
            <a:ext cx="10687051" cy="1033112"/>
          </a:xfrm>
          <a:prstGeom prst="rect">
            <a:avLst/>
          </a:prstGeom>
          <a:solidFill>
            <a:srgbClr val="C00000"/>
          </a:solidFill>
        </p:spPr>
        <p:txBody>
          <a:bodyPr/>
          <a:lstStyle/>
          <a:p>
            <a:pPr algn="ctr" fontAlgn="base"/>
            <a:r>
              <a:rPr lang="en-IN" sz="2800" b="1" dirty="0">
                <a:solidFill>
                  <a:schemeClr val="bg1"/>
                </a:solidFill>
                <a:latin typeface="Times New Roman" panose="02020603050405020304" pitchFamily="18" charset="0"/>
                <a:cs typeface="Times New Roman" panose="02020603050405020304" pitchFamily="18" charset="0"/>
              </a:rPr>
              <a:t>Name of the School: School of Computer Science and Engineering </a:t>
            </a:r>
          </a:p>
          <a:p>
            <a:pPr fontAlgn="base"/>
            <a:r>
              <a:rPr lang="en-IN" sz="4000" b="1" dirty="0">
                <a:solidFill>
                  <a:schemeClr val="bg1"/>
                </a:solidFill>
                <a:latin typeface="Times New Roman" panose="02020603050405020304" pitchFamily="18" charset="0"/>
                <a:cs typeface="Times New Roman" panose="02020603050405020304" pitchFamily="18" charset="0"/>
              </a:rPr>
              <a:t>   </a:t>
            </a:r>
            <a:r>
              <a:rPr lang="en-IN" sz="2000" b="1" dirty="0">
                <a:solidFill>
                  <a:schemeClr val="bg1"/>
                </a:solidFill>
                <a:latin typeface="Times New Roman" panose="02020603050405020304" pitchFamily="18" charset="0"/>
                <a:cs typeface="Times New Roman" panose="02020603050405020304" pitchFamily="18" charset="0"/>
              </a:rPr>
              <a:t>Course Code: E1UA307C  			         Course Name: JAVA PROGRAMMING</a:t>
            </a:r>
            <a:endParaRPr lang="en-US" sz="2000" b="1"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2F81D34-4391-9967-FE63-3A5C4929FA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3071" y="1003598"/>
            <a:ext cx="9034336" cy="5178910"/>
          </a:xfrm>
          <a:prstGeom prst="rect">
            <a:avLst/>
          </a:prstGeom>
        </p:spPr>
      </p:pic>
    </p:spTree>
    <p:extLst>
      <p:ext uri="{BB962C8B-B14F-4D97-AF65-F5344CB8AC3E}">
        <p14:creationId xmlns:p14="http://schemas.microsoft.com/office/powerpoint/2010/main" val="559890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0634EA6-5857-473C-989D-3FAD60E982E3}"/>
              </a:ext>
            </a:extLst>
          </p:cNvPr>
          <p:cNvSpPr txBox="1">
            <a:spLocks/>
          </p:cNvSpPr>
          <p:nvPr/>
        </p:nvSpPr>
        <p:spPr>
          <a:xfrm>
            <a:off x="203381" y="380214"/>
            <a:ext cx="11407515" cy="13266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3600" b="1" u="sng" dirty="0">
                <a:solidFill>
                  <a:srgbClr val="002060"/>
                </a:solidFill>
                <a:latin typeface="Algerian" panose="04020705040A02060702" pitchFamily="82" charset="0"/>
              </a:rPr>
              <a:t>Technical stacks</a:t>
            </a:r>
            <a:endParaRPr lang="en-US" sz="2400" b="1" u="sng" dirty="0">
              <a:solidFill>
                <a:srgbClr val="002060"/>
              </a:solidFill>
              <a:latin typeface="Algerian" panose="04020705040A02060702" pitchFamily="82" charset="0"/>
            </a:endParaRPr>
          </a:p>
        </p:txBody>
      </p:sp>
      <p:pic>
        <p:nvPicPr>
          <p:cNvPr id="8" name="Picture 7">
            <a:extLst>
              <a:ext uri="{FF2B5EF4-FFF2-40B4-BE49-F238E27FC236}">
                <a16:creationId xmlns:a16="http://schemas.microsoft.com/office/drawing/2014/main" id="{4A7D3D7F-37FF-43C2-AB10-6A15E1541F32}"/>
              </a:ext>
            </a:extLst>
          </p:cNvPr>
          <p:cNvPicPr>
            <a:picLocks noChangeAspect="1"/>
          </p:cNvPicPr>
          <p:nvPr/>
        </p:nvPicPr>
        <p:blipFill>
          <a:blip r:embed="rId2"/>
          <a:stretch>
            <a:fillRect/>
          </a:stretch>
        </p:blipFill>
        <p:spPr>
          <a:xfrm>
            <a:off x="0" y="91607"/>
            <a:ext cx="1504949" cy="1023587"/>
          </a:xfrm>
          <a:prstGeom prst="rect">
            <a:avLst/>
          </a:prstGeom>
        </p:spPr>
      </p:pic>
      <p:pic>
        <p:nvPicPr>
          <p:cNvPr id="11" name="Picture 10">
            <a:extLst>
              <a:ext uri="{FF2B5EF4-FFF2-40B4-BE49-F238E27FC236}">
                <a16:creationId xmlns:a16="http://schemas.microsoft.com/office/drawing/2014/main" id="{90CAFED0-102C-4A1F-9B66-03941619ED7B}"/>
              </a:ext>
            </a:extLst>
          </p:cNvPr>
          <p:cNvPicPr>
            <a:picLocks noChangeAspect="1"/>
          </p:cNvPicPr>
          <p:nvPr/>
        </p:nvPicPr>
        <p:blipFill>
          <a:blip r:embed="rId2"/>
          <a:stretch>
            <a:fillRect/>
          </a:stretch>
        </p:blipFill>
        <p:spPr>
          <a:xfrm>
            <a:off x="0" y="21647"/>
            <a:ext cx="1504949" cy="1023587"/>
          </a:xfrm>
          <a:prstGeom prst="rect">
            <a:avLst/>
          </a:prstGeom>
        </p:spPr>
      </p:pic>
      <p:sp>
        <p:nvSpPr>
          <p:cNvPr id="12" name="Title 1">
            <a:extLst>
              <a:ext uri="{FF2B5EF4-FFF2-40B4-BE49-F238E27FC236}">
                <a16:creationId xmlns:a16="http://schemas.microsoft.com/office/drawing/2014/main" id="{1B2D5CF5-AFE6-401F-AD77-6BCCF4F81578}"/>
              </a:ext>
            </a:extLst>
          </p:cNvPr>
          <p:cNvSpPr txBox="1">
            <a:spLocks noChangeArrowheads="1"/>
          </p:cNvSpPr>
          <p:nvPr/>
        </p:nvSpPr>
        <p:spPr>
          <a:xfrm>
            <a:off x="3" y="6431610"/>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4" name="Picture 13">
            <a:extLst>
              <a:ext uri="{FF2B5EF4-FFF2-40B4-BE49-F238E27FC236}">
                <a16:creationId xmlns:a16="http://schemas.microsoft.com/office/drawing/2014/main" id="{0E5EC5A2-AA4D-4584-A4BD-E8A3EE1A655B}"/>
              </a:ext>
            </a:extLst>
          </p:cNvPr>
          <p:cNvPicPr>
            <a:picLocks noChangeAspect="1"/>
          </p:cNvPicPr>
          <p:nvPr/>
        </p:nvPicPr>
        <p:blipFill>
          <a:blip r:embed="rId2"/>
          <a:stretch>
            <a:fillRect/>
          </a:stretch>
        </p:blipFill>
        <p:spPr>
          <a:xfrm>
            <a:off x="0" y="-11447"/>
            <a:ext cx="1504949" cy="1023587"/>
          </a:xfrm>
          <a:prstGeom prst="rect">
            <a:avLst/>
          </a:prstGeom>
        </p:spPr>
      </p:pic>
      <p:sp>
        <p:nvSpPr>
          <p:cNvPr id="15" name="Title 1">
            <a:extLst>
              <a:ext uri="{FF2B5EF4-FFF2-40B4-BE49-F238E27FC236}">
                <a16:creationId xmlns:a16="http://schemas.microsoft.com/office/drawing/2014/main" id="{CFD76DEF-FBE4-4048-BA45-CFF54019E1F5}"/>
              </a:ext>
            </a:extLst>
          </p:cNvPr>
          <p:cNvSpPr txBox="1">
            <a:spLocks noChangeArrowheads="1"/>
          </p:cNvSpPr>
          <p:nvPr/>
        </p:nvSpPr>
        <p:spPr>
          <a:xfrm>
            <a:off x="3" y="6364611"/>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7" name="Picture 16">
            <a:extLst>
              <a:ext uri="{FF2B5EF4-FFF2-40B4-BE49-F238E27FC236}">
                <a16:creationId xmlns:a16="http://schemas.microsoft.com/office/drawing/2014/main" id="{DA5F9815-63AB-4A14-B67F-BE47778A498D}"/>
              </a:ext>
            </a:extLst>
          </p:cNvPr>
          <p:cNvPicPr>
            <a:picLocks noChangeAspect="1"/>
          </p:cNvPicPr>
          <p:nvPr/>
        </p:nvPicPr>
        <p:blipFill>
          <a:blip r:embed="rId2"/>
          <a:stretch>
            <a:fillRect/>
          </a:stretch>
        </p:blipFill>
        <p:spPr>
          <a:xfrm>
            <a:off x="0" y="-78446"/>
            <a:ext cx="1504949" cy="1023587"/>
          </a:xfrm>
          <a:prstGeom prst="rect">
            <a:avLst/>
          </a:prstGeom>
        </p:spPr>
      </p:pic>
      <p:sp>
        <p:nvSpPr>
          <p:cNvPr id="2" name="Title 1">
            <a:extLst>
              <a:ext uri="{FF2B5EF4-FFF2-40B4-BE49-F238E27FC236}">
                <a16:creationId xmlns:a16="http://schemas.microsoft.com/office/drawing/2014/main" id="{16C6E62C-F18D-5606-3A13-FBA4A414B37F}"/>
              </a:ext>
            </a:extLst>
          </p:cNvPr>
          <p:cNvSpPr txBox="1">
            <a:spLocks noChangeArrowheads="1"/>
          </p:cNvSpPr>
          <p:nvPr/>
        </p:nvSpPr>
        <p:spPr>
          <a:xfrm>
            <a:off x="1301568" y="-96513"/>
            <a:ext cx="10687051" cy="1033112"/>
          </a:xfrm>
          <a:prstGeom prst="rect">
            <a:avLst/>
          </a:prstGeom>
          <a:solidFill>
            <a:srgbClr val="C00000"/>
          </a:solidFill>
        </p:spPr>
        <p:txBody>
          <a:bodyPr/>
          <a:lstStyle/>
          <a:p>
            <a:pPr algn="ctr" fontAlgn="base"/>
            <a:r>
              <a:rPr lang="en-IN" sz="2800" b="1" dirty="0">
                <a:solidFill>
                  <a:schemeClr val="bg1"/>
                </a:solidFill>
                <a:latin typeface="Times New Roman" panose="02020603050405020304" pitchFamily="18" charset="0"/>
                <a:cs typeface="Times New Roman" panose="02020603050405020304" pitchFamily="18" charset="0"/>
              </a:rPr>
              <a:t>Name of the School: School of Computer Science and Engineering </a:t>
            </a:r>
          </a:p>
          <a:p>
            <a:pPr fontAlgn="base"/>
            <a:r>
              <a:rPr lang="en-IN" sz="4000" b="1" dirty="0">
                <a:solidFill>
                  <a:schemeClr val="bg1"/>
                </a:solidFill>
                <a:latin typeface="Times New Roman" panose="02020603050405020304" pitchFamily="18" charset="0"/>
                <a:cs typeface="Times New Roman" panose="02020603050405020304" pitchFamily="18" charset="0"/>
              </a:rPr>
              <a:t>   </a:t>
            </a:r>
            <a:r>
              <a:rPr lang="en-IN" sz="2000" b="1" dirty="0">
                <a:solidFill>
                  <a:schemeClr val="bg1"/>
                </a:solidFill>
                <a:latin typeface="Times New Roman" panose="02020603050405020304" pitchFamily="18" charset="0"/>
                <a:cs typeface="Times New Roman" panose="02020603050405020304" pitchFamily="18" charset="0"/>
              </a:rPr>
              <a:t>Course Code: E1UA307C 			          Course Name: JAVA PROGRAMMING</a:t>
            </a:r>
            <a:endParaRPr lang="en-US" sz="2000" b="1"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47A8BCA-0B8A-8E42-AEDD-0B7346A1687B}"/>
              </a:ext>
            </a:extLst>
          </p:cNvPr>
          <p:cNvSpPr txBox="1"/>
          <p:nvPr/>
        </p:nvSpPr>
        <p:spPr>
          <a:xfrm>
            <a:off x="203380" y="1561655"/>
            <a:ext cx="8666299" cy="2862322"/>
          </a:xfrm>
          <a:prstGeom prst="rect">
            <a:avLst/>
          </a:prstGeom>
          <a:noFill/>
        </p:spPr>
        <p:txBody>
          <a:bodyPr wrap="square" rtlCol="0">
            <a:spAutoFit/>
          </a:bodyPr>
          <a:lstStyle/>
          <a:p>
            <a:pPr>
              <a:buFont typeface="Arial" pitchFamily="34" charset="0"/>
              <a:buChar char="•"/>
            </a:pPr>
            <a:r>
              <a:rPr lang="en-US" sz="3600" b="1" dirty="0"/>
              <a:t>Frontend: </a:t>
            </a:r>
            <a:r>
              <a:rPr lang="en-US" sz="3600" dirty="0"/>
              <a:t>HTML, CSS, JavaScript.</a:t>
            </a:r>
          </a:p>
          <a:p>
            <a:pPr>
              <a:buFont typeface="Arial" pitchFamily="34" charset="0"/>
              <a:buChar char="•"/>
            </a:pPr>
            <a:r>
              <a:rPr lang="en-US" sz="3600" b="1" dirty="0"/>
              <a:t>Version Control: </a:t>
            </a:r>
            <a:r>
              <a:rPr lang="en-US" sz="3600" dirty="0"/>
              <a:t>Git and GitHub.</a:t>
            </a:r>
            <a:endParaRPr lang="en-US" sz="3600" b="1" dirty="0"/>
          </a:p>
          <a:p>
            <a:pPr>
              <a:buFont typeface="Arial" pitchFamily="34" charset="0"/>
              <a:buChar char="•"/>
            </a:pPr>
            <a:r>
              <a:rPr lang="en-US" sz="3600" b="1" dirty="0"/>
              <a:t>Backend: </a:t>
            </a:r>
            <a:r>
              <a:rPr lang="en-US" sz="3600" dirty="0"/>
              <a:t>Java for server-side processing.</a:t>
            </a:r>
            <a:endParaRPr lang="en-US" sz="3600" b="1" dirty="0"/>
          </a:p>
          <a:p>
            <a:pPr>
              <a:buFont typeface="Arial" pitchFamily="34" charset="0"/>
              <a:buChar char="•"/>
            </a:pPr>
            <a:r>
              <a:rPr lang="en-US" sz="3600" b="1" dirty="0"/>
              <a:t>Database: </a:t>
            </a:r>
            <a:r>
              <a:rPr lang="en-US" sz="3600" dirty="0"/>
              <a:t>MySQL for data storage.</a:t>
            </a:r>
          </a:p>
          <a:p>
            <a:pPr>
              <a:buFont typeface="Arial" pitchFamily="34" charset="0"/>
              <a:buChar char="•"/>
            </a:pPr>
            <a:endParaRPr lang="en-IN" dirty="0"/>
          </a:p>
          <a:p>
            <a:endParaRPr lang="en-IN" dirty="0"/>
          </a:p>
        </p:txBody>
      </p:sp>
    </p:spTree>
    <p:extLst>
      <p:ext uri="{BB962C8B-B14F-4D97-AF65-F5344CB8AC3E}">
        <p14:creationId xmlns:p14="http://schemas.microsoft.com/office/powerpoint/2010/main" val="1961018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A7D3D7F-37FF-43C2-AB10-6A15E1541F32}"/>
              </a:ext>
            </a:extLst>
          </p:cNvPr>
          <p:cNvPicPr>
            <a:picLocks noChangeAspect="1"/>
          </p:cNvPicPr>
          <p:nvPr/>
        </p:nvPicPr>
        <p:blipFill>
          <a:blip r:embed="rId4"/>
          <a:stretch>
            <a:fillRect/>
          </a:stretch>
        </p:blipFill>
        <p:spPr>
          <a:xfrm>
            <a:off x="0" y="91607"/>
            <a:ext cx="1504949" cy="1023587"/>
          </a:xfrm>
          <a:prstGeom prst="rect">
            <a:avLst/>
          </a:prstGeom>
        </p:spPr>
      </p:pic>
      <p:pic>
        <p:nvPicPr>
          <p:cNvPr id="11" name="Picture 10">
            <a:extLst>
              <a:ext uri="{FF2B5EF4-FFF2-40B4-BE49-F238E27FC236}">
                <a16:creationId xmlns:a16="http://schemas.microsoft.com/office/drawing/2014/main" id="{90CAFED0-102C-4A1F-9B66-03941619ED7B}"/>
              </a:ext>
            </a:extLst>
          </p:cNvPr>
          <p:cNvPicPr>
            <a:picLocks noChangeAspect="1"/>
          </p:cNvPicPr>
          <p:nvPr/>
        </p:nvPicPr>
        <p:blipFill>
          <a:blip r:embed="rId4"/>
          <a:stretch>
            <a:fillRect/>
          </a:stretch>
        </p:blipFill>
        <p:spPr>
          <a:xfrm>
            <a:off x="0" y="21647"/>
            <a:ext cx="1504949" cy="1023587"/>
          </a:xfrm>
          <a:prstGeom prst="rect">
            <a:avLst/>
          </a:prstGeom>
        </p:spPr>
      </p:pic>
      <p:sp>
        <p:nvSpPr>
          <p:cNvPr id="12" name="Title 1">
            <a:extLst>
              <a:ext uri="{FF2B5EF4-FFF2-40B4-BE49-F238E27FC236}">
                <a16:creationId xmlns:a16="http://schemas.microsoft.com/office/drawing/2014/main" id="{1B2D5CF5-AFE6-401F-AD77-6BCCF4F81578}"/>
              </a:ext>
            </a:extLst>
          </p:cNvPr>
          <p:cNvSpPr txBox="1">
            <a:spLocks noChangeArrowheads="1"/>
          </p:cNvSpPr>
          <p:nvPr/>
        </p:nvSpPr>
        <p:spPr>
          <a:xfrm>
            <a:off x="3" y="6431610"/>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4" name="Picture 13">
            <a:extLst>
              <a:ext uri="{FF2B5EF4-FFF2-40B4-BE49-F238E27FC236}">
                <a16:creationId xmlns:a16="http://schemas.microsoft.com/office/drawing/2014/main" id="{0E5EC5A2-AA4D-4584-A4BD-E8A3EE1A655B}"/>
              </a:ext>
            </a:extLst>
          </p:cNvPr>
          <p:cNvPicPr>
            <a:picLocks noChangeAspect="1"/>
          </p:cNvPicPr>
          <p:nvPr/>
        </p:nvPicPr>
        <p:blipFill>
          <a:blip r:embed="rId4"/>
          <a:stretch>
            <a:fillRect/>
          </a:stretch>
        </p:blipFill>
        <p:spPr>
          <a:xfrm>
            <a:off x="0" y="-11447"/>
            <a:ext cx="1504949" cy="1023587"/>
          </a:xfrm>
          <a:prstGeom prst="rect">
            <a:avLst/>
          </a:prstGeom>
        </p:spPr>
      </p:pic>
      <p:sp>
        <p:nvSpPr>
          <p:cNvPr id="15" name="Title 1">
            <a:extLst>
              <a:ext uri="{FF2B5EF4-FFF2-40B4-BE49-F238E27FC236}">
                <a16:creationId xmlns:a16="http://schemas.microsoft.com/office/drawing/2014/main" id="{CFD76DEF-FBE4-4048-BA45-CFF54019E1F5}"/>
              </a:ext>
            </a:extLst>
          </p:cNvPr>
          <p:cNvSpPr txBox="1">
            <a:spLocks noChangeArrowheads="1"/>
          </p:cNvSpPr>
          <p:nvPr/>
        </p:nvSpPr>
        <p:spPr>
          <a:xfrm>
            <a:off x="3" y="6364611"/>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7" name="Picture 16">
            <a:extLst>
              <a:ext uri="{FF2B5EF4-FFF2-40B4-BE49-F238E27FC236}">
                <a16:creationId xmlns:a16="http://schemas.microsoft.com/office/drawing/2014/main" id="{DA5F9815-63AB-4A14-B67F-BE47778A498D}"/>
              </a:ext>
            </a:extLst>
          </p:cNvPr>
          <p:cNvPicPr>
            <a:picLocks noChangeAspect="1"/>
          </p:cNvPicPr>
          <p:nvPr/>
        </p:nvPicPr>
        <p:blipFill>
          <a:blip r:embed="rId4"/>
          <a:stretch>
            <a:fillRect/>
          </a:stretch>
        </p:blipFill>
        <p:spPr>
          <a:xfrm>
            <a:off x="0" y="-78446"/>
            <a:ext cx="1504949" cy="1023587"/>
          </a:xfrm>
          <a:prstGeom prst="rect">
            <a:avLst/>
          </a:prstGeom>
        </p:spPr>
      </p:pic>
      <p:sp>
        <p:nvSpPr>
          <p:cNvPr id="2" name="Title 1">
            <a:extLst>
              <a:ext uri="{FF2B5EF4-FFF2-40B4-BE49-F238E27FC236}">
                <a16:creationId xmlns:a16="http://schemas.microsoft.com/office/drawing/2014/main" id="{16C6E62C-F18D-5606-3A13-FBA4A414B37F}"/>
              </a:ext>
            </a:extLst>
          </p:cNvPr>
          <p:cNvSpPr txBox="1">
            <a:spLocks noChangeArrowheads="1"/>
          </p:cNvSpPr>
          <p:nvPr/>
        </p:nvSpPr>
        <p:spPr>
          <a:xfrm>
            <a:off x="1301568" y="-96513"/>
            <a:ext cx="10687051" cy="1033112"/>
          </a:xfrm>
          <a:prstGeom prst="rect">
            <a:avLst/>
          </a:prstGeom>
          <a:solidFill>
            <a:srgbClr val="C00000"/>
          </a:solidFill>
        </p:spPr>
        <p:txBody>
          <a:bodyPr/>
          <a:lstStyle/>
          <a:p>
            <a:pPr algn="ctr" fontAlgn="base"/>
            <a:r>
              <a:rPr lang="en-IN" sz="2800" b="1" dirty="0">
                <a:solidFill>
                  <a:schemeClr val="bg1"/>
                </a:solidFill>
                <a:latin typeface="Times New Roman" panose="02020603050405020304" pitchFamily="18" charset="0"/>
                <a:cs typeface="Times New Roman" panose="02020603050405020304" pitchFamily="18" charset="0"/>
              </a:rPr>
              <a:t>Name of the School: School of Computer Science and Engineering </a:t>
            </a:r>
          </a:p>
          <a:p>
            <a:pPr fontAlgn="base"/>
            <a:r>
              <a:rPr lang="en-IN" sz="4000" b="1" dirty="0">
                <a:solidFill>
                  <a:schemeClr val="bg1"/>
                </a:solidFill>
                <a:latin typeface="Times New Roman" panose="02020603050405020304" pitchFamily="18" charset="0"/>
                <a:cs typeface="Times New Roman" panose="02020603050405020304" pitchFamily="18" charset="0"/>
              </a:rPr>
              <a:t>   </a:t>
            </a:r>
            <a:r>
              <a:rPr lang="en-IN" sz="2000" b="1" dirty="0">
                <a:solidFill>
                  <a:schemeClr val="bg1"/>
                </a:solidFill>
                <a:latin typeface="Times New Roman" panose="02020603050405020304" pitchFamily="18" charset="0"/>
                <a:cs typeface="Times New Roman" panose="02020603050405020304" pitchFamily="18" charset="0"/>
              </a:rPr>
              <a:t>Course Code: E1UA307C  			          Course Name: JAVA PROGRAMMING</a:t>
            </a:r>
            <a:endParaRPr lang="en-US" sz="2000" b="1"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DF2C69D-249F-F469-9704-216CEB682FB6}"/>
              </a:ext>
            </a:extLst>
          </p:cNvPr>
          <p:cNvSpPr txBox="1"/>
          <p:nvPr/>
        </p:nvSpPr>
        <p:spPr>
          <a:xfrm>
            <a:off x="203381" y="859027"/>
            <a:ext cx="2347117" cy="646331"/>
          </a:xfrm>
          <a:prstGeom prst="rect">
            <a:avLst/>
          </a:prstGeom>
          <a:noFill/>
        </p:spPr>
        <p:txBody>
          <a:bodyPr wrap="none" rtlCol="0">
            <a:spAutoFit/>
          </a:bodyPr>
          <a:lstStyle/>
          <a:p>
            <a:r>
              <a:rPr lang="en-IN" sz="3600" u="sng" dirty="0">
                <a:solidFill>
                  <a:srgbClr val="002060"/>
                </a:solidFill>
                <a:latin typeface="Algerian" panose="04020705040A02060702" pitchFamily="82" charset="0"/>
              </a:rPr>
              <a:t>Results:-</a:t>
            </a:r>
          </a:p>
        </p:txBody>
      </p:sp>
      <p:pic>
        <p:nvPicPr>
          <p:cNvPr id="3" name="Screen Recording 2024-10-17 001932">
            <a:hlinkClick r:id="" action="ppaction://media"/>
            <a:extLst>
              <a:ext uri="{FF2B5EF4-FFF2-40B4-BE49-F238E27FC236}">
                <a16:creationId xmlns:a16="http://schemas.microsoft.com/office/drawing/2014/main" id="{8BDA8871-7510-AA56-BC20-77B57928AF5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96240" y="1505358"/>
            <a:ext cx="11592379" cy="4185830"/>
          </a:xfrm>
          <a:prstGeom prst="rect">
            <a:avLst/>
          </a:prstGeom>
        </p:spPr>
      </p:pic>
    </p:spTree>
    <p:extLst>
      <p:ext uri="{BB962C8B-B14F-4D97-AF65-F5344CB8AC3E}">
        <p14:creationId xmlns:p14="http://schemas.microsoft.com/office/powerpoint/2010/main" val="16876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884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0634EA6-5857-473C-989D-3FAD60E982E3}"/>
              </a:ext>
            </a:extLst>
          </p:cNvPr>
          <p:cNvSpPr txBox="1">
            <a:spLocks/>
          </p:cNvSpPr>
          <p:nvPr/>
        </p:nvSpPr>
        <p:spPr>
          <a:xfrm>
            <a:off x="203381" y="360471"/>
            <a:ext cx="11407515" cy="1330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3600" b="1" u="sng" dirty="0">
                <a:solidFill>
                  <a:srgbClr val="002060"/>
                </a:solidFill>
                <a:latin typeface="Algerian" panose="04020705040A02060702" pitchFamily="82" charset="0"/>
              </a:rPr>
              <a:t>Conclusion</a:t>
            </a:r>
            <a:endParaRPr lang="en-US" sz="2400" b="1" u="sng" dirty="0">
              <a:solidFill>
                <a:srgbClr val="002060"/>
              </a:solidFill>
              <a:latin typeface="Algerian" panose="04020705040A02060702" pitchFamily="82" charset="0"/>
            </a:endParaRPr>
          </a:p>
        </p:txBody>
      </p:sp>
      <p:pic>
        <p:nvPicPr>
          <p:cNvPr id="8" name="Picture 7">
            <a:extLst>
              <a:ext uri="{FF2B5EF4-FFF2-40B4-BE49-F238E27FC236}">
                <a16:creationId xmlns:a16="http://schemas.microsoft.com/office/drawing/2014/main" id="{4A7D3D7F-37FF-43C2-AB10-6A15E1541F32}"/>
              </a:ext>
            </a:extLst>
          </p:cNvPr>
          <p:cNvPicPr>
            <a:picLocks noChangeAspect="1"/>
          </p:cNvPicPr>
          <p:nvPr/>
        </p:nvPicPr>
        <p:blipFill>
          <a:blip r:embed="rId2"/>
          <a:stretch>
            <a:fillRect/>
          </a:stretch>
        </p:blipFill>
        <p:spPr>
          <a:xfrm>
            <a:off x="0" y="91607"/>
            <a:ext cx="1504949" cy="1023587"/>
          </a:xfrm>
          <a:prstGeom prst="rect">
            <a:avLst/>
          </a:prstGeom>
        </p:spPr>
      </p:pic>
      <p:pic>
        <p:nvPicPr>
          <p:cNvPr id="11" name="Picture 10">
            <a:extLst>
              <a:ext uri="{FF2B5EF4-FFF2-40B4-BE49-F238E27FC236}">
                <a16:creationId xmlns:a16="http://schemas.microsoft.com/office/drawing/2014/main" id="{90CAFED0-102C-4A1F-9B66-03941619ED7B}"/>
              </a:ext>
            </a:extLst>
          </p:cNvPr>
          <p:cNvPicPr>
            <a:picLocks noChangeAspect="1"/>
          </p:cNvPicPr>
          <p:nvPr/>
        </p:nvPicPr>
        <p:blipFill>
          <a:blip r:embed="rId2"/>
          <a:stretch>
            <a:fillRect/>
          </a:stretch>
        </p:blipFill>
        <p:spPr>
          <a:xfrm>
            <a:off x="0" y="21647"/>
            <a:ext cx="1504949" cy="1023587"/>
          </a:xfrm>
          <a:prstGeom prst="rect">
            <a:avLst/>
          </a:prstGeom>
        </p:spPr>
      </p:pic>
      <p:sp>
        <p:nvSpPr>
          <p:cNvPr id="12" name="Title 1">
            <a:extLst>
              <a:ext uri="{FF2B5EF4-FFF2-40B4-BE49-F238E27FC236}">
                <a16:creationId xmlns:a16="http://schemas.microsoft.com/office/drawing/2014/main" id="{1B2D5CF5-AFE6-401F-AD77-6BCCF4F81578}"/>
              </a:ext>
            </a:extLst>
          </p:cNvPr>
          <p:cNvSpPr txBox="1">
            <a:spLocks noChangeArrowheads="1"/>
          </p:cNvSpPr>
          <p:nvPr/>
        </p:nvSpPr>
        <p:spPr>
          <a:xfrm>
            <a:off x="3" y="6431610"/>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4" name="Picture 13">
            <a:extLst>
              <a:ext uri="{FF2B5EF4-FFF2-40B4-BE49-F238E27FC236}">
                <a16:creationId xmlns:a16="http://schemas.microsoft.com/office/drawing/2014/main" id="{0E5EC5A2-AA4D-4584-A4BD-E8A3EE1A655B}"/>
              </a:ext>
            </a:extLst>
          </p:cNvPr>
          <p:cNvPicPr>
            <a:picLocks noChangeAspect="1"/>
          </p:cNvPicPr>
          <p:nvPr/>
        </p:nvPicPr>
        <p:blipFill>
          <a:blip r:embed="rId2"/>
          <a:stretch>
            <a:fillRect/>
          </a:stretch>
        </p:blipFill>
        <p:spPr>
          <a:xfrm>
            <a:off x="0" y="-11447"/>
            <a:ext cx="1504949" cy="1023587"/>
          </a:xfrm>
          <a:prstGeom prst="rect">
            <a:avLst/>
          </a:prstGeom>
        </p:spPr>
      </p:pic>
      <p:sp>
        <p:nvSpPr>
          <p:cNvPr id="15" name="Title 1">
            <a:extLst>
              <a:ext uri="{FF2B5EF4-FFF2-40B4-BE49-F238E27FC236}">
                <a16:creationId xmlns:a16="http://schemas.microsoft.com/office/drawing/2014/main" id="{CFD76DEF-FBE4-4048-BA45-CFF54019E1F5}"/>
              </a:ext>
            </a:extLst>
          </p:cNvPr>
          <p:cNvSpPr txBox="1">
            <a:spLocks noChangeArrowheads="1"/>
          </p:cNvSpPr>
          <p:nvPr/>
        </p:nvSpPr>
        <p:spPr>
          <a:xfrm>
            <a:off x="3" y="6364611"/>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7" name="Picture 16">
            <a:extLst>
              <a:ext uri="{FF2B5EF4-FFF2-40B4-BE49-F238E27FC236}">
                <a16:creationId xmlns:a16="http://schemas.microsoft.com/office/drawing/2014/main" id="{DA5F9815-63AB-4A14-B67F-BE47778A498D}"/>
              </a:ext>
            </a:extLst>
          </p:cNvPr>
          <p:cNvPicPr>
            <a:picLocks noChangeAspect="1"/>
          </p:cNvPicPr>
          <p:nvPr/>
        </p:nvPicPr>
        <p:blipFill>
          <a:blip r:embed="rId2"/>
          <a:stretch>
            <a:fillRect/>
          </a:stretch>
        </p:blipFill>
        <p:spPr>
          <a:xfrm>
            <a:off x="0" y="-78446"/>
            <a:ext cx="1504949" cy="1023587"/>
          </a:xfrm>
          <a:prstGeom prst="rect">
            <a:avLst/>
          </a:prstGeom>
        </p:spPr>
      </p:pic>
      <p:sp>
        <p:nvSpPr>
          <p:cNvPr id="2" name="Title 1">
            <a:extLst>
              <a:ext uri="{FF2B5EF4-FFF2-40B4-BE49-F238E27FC236}">
                <a16:creationId xmlns:a16="http://schemas.microsoft.com/office/drawing/2014/main" id="{16C6E62C-F18D-5606-3A13-FBA4A414B37F}"/>
              </a:ext>
            </a:extLst>
          </p:cNvPr>
          <p:cNvSpPr txBox="1">
            <a:spLocks noChangeArrowheads="1"/>
          </p:cNvSpPr>
          <p:nvPr/>
        </p:nvSpPr>
        <p:spPr>
          <a:xfrm>
            <a:off x="1301568" y="-96513"/>
            <a:ext cx="10687051" cy="1033112"/>
          </a:xfrm>
          <a:prstGeom prst="rect">
            <a:avLst/>
          </a:prstGeom>
          <a:solidFill>
            <a:srgbClr val="C00000"/>
          </a:solidFill>
        </p:spPr>
        <p:txBody>
          <a:bodyPr/>
          <a:lstStyle/>
          <a:p>
            <a:pPr algn="ctr" fontAlgn="base"/>
            <a:r>
              <a:rPr lang="en-IN" sz="2800" b="1" dirty="0">
                <a:solidFill>
                  <a:schemeClr val="bg1"/>
                </a:solidFill>
                <a:latin typeface="Times New Roman" panose="02020603050405020304" pitchFamily="18" charset="0"/>
                <a:cs typeface="Times New Roman" panose="02020603050405020304" pitchFamily="18" charset="0"/>
              </a:rPr>
              <a:t>Name of the School: School of Computer Science and Engineering </a:t>
            </a:r>
          </a:p>
          <a:p>
            <a:pPr fontAlgn="base"/>
            <a:r>
              <a:rPr lang="en-IN" sz="4000" b="1" dirty="0">
                <a:solidFill>
                  <a:schemeClr val="bg1"/>
                </a:solidFill>
                <a:latin typeface="Times New Roman" panose="02020603050405020304" pitchFamily="18" charset="0"/>
                <a:cs typeface="Times New Roman" panose="02020603050405020304" pitchFamily="18" charset="0"/>
              </a:rPr>
              <a:t>   </a:t>
            </a:r>
            <a:r>
              <a:rPr lang="en-IN" sz="2000" b="1" dirty="0">
                <a:solidFill>
                  <a:schemeClr val="bg1"/>
                </a:solidFill>
                <a:latin typeface="Times New Roman" panose="02020603050405020304" pitchFamily="18" charset="0"/>
                <a:cs typeface="Times New Roman" panose="02020603050405020304" pitchFamily="18" charset="0"/>
              </a:rPr>
              <a:t>Course Code: E1UA307C  			          Course Name: JAVA PROGRAMMING</a:t>
            </a:r>
            <a:endParaRPr lang="en-US" sz="20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AEF4B75-41F2-96E8-6B85-6571C811B910}"/>
              </a:ext>
            </a:extLst>
          </p:cNvPr>
          <p:cNvSpPr txBox="1"/>
          <p:nvPr/>
        </p:nvSpPr>
        <p:spPr>
          <a:xfrm>
            <a:off x="81982" y="1375516"/>
            <a:ext cx="11906638" cy="3693319"/>
          </a:xfrm>
          <a:prstGeom prst="rect">
            <a:avLst/>
          </a:prstGeom>
          <a:noFill/>
        </p:spPr>
        <p:txBody>
          <a:bodyPr wrap="square" rtlCol="0">
            <a:spAutoFit/>
          </a:bodyPr>
          <a:lstStyle/>
          <a:p>
            <a:r>
              <a:rPr lang="en-US" sz="2400" dirty="0"/>
              <a:t>The </a:t>
            </a:r>
            <a:r>
              <a:rPr lang="en-US" sz="2400" b="1" dirty="0"/>
              <a:t>Online Banking Management System</a:t>
            </a:r>
            <a:r>
              <a:rPr lang="en-US" sz="2400" dirty="0"/>
              <a:t> was created to make banking easier and more secure for users. It allows customers to perform important tasks like checking account balances, transferring money, and viewing transaction history, all from the comfort of their homes.</a:t>
            </a:r>
          </a:p>
          <a:p>
            <a:r>
              <a:rPr lang="en-US" sz="2400" dirty="0"/>
              <a:t>The system was designed with strong security measures to protect users’ personal information and money. It is easy to use, offering a smooth and reliable experience for customers.</a:t>
            </a:r>
          </a:p>
          <a:p>
            <a:r>
              <a:rPr lang="en-US" sz="2400" dirty="0"/>
              <a:t>In conclusion, the system helps banks operate more efficiently while providing better service to their customers. In the future, it could be improved by adding features like AI for detecting fraud and making the system more accessible on mobile devices.</a:t>
            </a:r>
          </a:p>
          <a:p>
            <a:endParaRPr lang="en-IN" dirty="0"/>
          </a:p>
        </p:txBody>
      </p:sp>
    </p:spTree>
    <p:extLst>
      <p:ext uri="{BB962C8B-B14F-4D97-AF65-F5344CB8AC3E}">
        <p14:creationId xmlns:p14="http://schemas.microsoft.com/office/powerpoint/2010/main" val="3230489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A7D3D7F-37FF-43C2-AB10-6A15E1541F32}"/>
              </a:ext>
            </a:extLst>
          </p:cNvPr>
          <p:cNvPicPr>
            <a:picLocks noChangeAspect="1"/>
          </p:cNvPicPr>
          <p:nvPr/>
        </p:nvPicPr>
        <p:blipFill>
          <a:blip r:embed="rId2"/>
          <a:stretch>
            <a:fillRect/>
          </a:stretch>
        </p:blipFill>
        <p:spPr>
          <a:xfrm>
            <a:off x="0" y="91607"/>
            <a:ext cx="1504949" cy="1023587"/>
          </a:xfrm>
          <a:prstGeom prst="rect">
            <a:avLst/>
          </a:prstGeom>
        </p:spPr>
      </p:pic>
      <p:pic>
        <p:nvPicPr>
          <p:cNvPr id="11" name="Picture 10">
            <a:extLst>
              <a:ext uri="{FF2B5EF4-FFF2-40B4-BE49-F238E27FC236}">
                <a16:creationId xmlns:a16="http://schemas.microsoft.com/office/drawing/2014/main" id="{90CAFED0-102C-4A1F-9B66-03941619ED7B}"/>
              </a:ext>
            </a:extLst>
          </p:cNvPr>
          <p:cNvPicPr>
            <a:picLocks noChangeAspect="1"/>
          </p:cNvPicPr>
          <p:nvPr/>
        </p:nvPicPr>
        <p:blipFill>
          <a:blip r:embed="rId2"/>
          <a:stretch>
            <a:fillRect/>
          </a:stretch>
        </p:blipFill>
        <p:spPr>
          <a:xfrm>
            <a:off x="0" y="21647"/>
            <a:ext cx="1504949" cy="1023587"/>
          </a:xfrm>
          <a:prstGeom prst="rect">
            <a:avLst/>
          </a:prstGeom>
        </p:spPr>
      </p:pic>
      <p:sp>
        <p:nvSpPr>
          <p:cNvPr id="12" name="Title 1">
            <a:extLst>
              <a:ext uri="{FF2B5EF4-FFF2-40B4-BE49-F238E27FC236}">
                <a16:creationId xmlns:a16="http://schemas.microsoft.com/office/drawing/2014/main" id="{1B2D5CF5-AFE6-401F-AD77-6BCCF4F81578}"/>
              </a:ext>
            </a:extLst>
          </p:cNvPr>
          <p:cNvSpPr txBox="1">
            <a:spLocks noChangeArrowheads="1"/>
          </p:cNvSpPr>
          <p:nvPr/>
        </p:nvSpPr>
        <p:spPr>
          <a:xfrm>
            <a:off x="3" y="6431610"/>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4" name="Picture 13">
            <a:extLst>
              <a:ext uri="{FF2B5EF4-FFF2-40B4-BE49-F238E27FC236}">
                <a16:creationId xmlns:a16="http://schemas.microsoft.com/office/drawing/2014/main" id="{0E5EC5A2-AA4D-4584-A4BD-E8A3EE1A655B}"/>
              </a:ext>
            </a:extLst>
          </p:cNvPr>
          <p:cNvPicPr>
            <a:picLocks noChangeAspect="1"/>
          </p:cNvPicPr>
          <p:nvPr/>
        </p:nvPicPr>
        <p:blipFill>
          <a:blip r:embed="rId2"/>
          <a:stretch>
            <a:fillRect/>
          </a:stretch>
        </p:blipFill>
        <p:spPr>
          <a:xfrm>
            <a:off x="0" y="-11447"/>
            <a:ext cx="1504949" cy="1023587"/>
          </a:xfrm>
          <a:prstGeom prst="rect">
            <a:avLst/>
          </a:prstGeom>
        </p:spPr>
      </p:pic>
      <p:sp>
        <p:nvSpPr>
          <p:cNvPr id="15" name="Title 1">
            <a:extLst>
              <a:ext uri="{FF2B5EF4-FFF2-40B4-BE49-F238E27FC236}">
                <a16:creationId xmlns:a16="http://schemas.microsoft.com/office/drawing/2014/main" id="{CFD76DEF-FBE4-4048-BA45-CFF54019E1F5}"/>
              </a:ext>
            </a:extLst>
          </p:cNvPr>
          <p:cNvSpPr txBox="1">
            <a:spLocks noChangeArrowheads="1"/>
          </p:cNvSpPr>
          <p:nvPr/>
        </p:nvSpPr>
        <p:spPr>
          <a:xfrm>
            <a:off x="3" y="6364611"/>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7" name="Picture 16">
            <a:extLst>
              <a:ext uri="{FF2B5EF4-FFF2-40B4-BE49-F238E27FC236}">
                <a16:creationId xmlns:a16="http://schemas.microsoft.com/office/drawing/2014/main" id="{DA5F9815-63AB-4A14-B67F-BE47778A498D}"/>
              </a:ext>
            </a:extLst>
          </p:cNvPr>
          <p:cNvPicPr>
            <a:picLocks noChangeAspect="1"/>
          </p:cNvPicPr>
          <p:nvPr/>
        </p:nvPicPr>
        <p:blipFill>
          <a:blip r:embed="rId2"/>
          <a:stretch>
            <a:fillRect/>
          </a:stretch>
        </p:blipFill>
        <p:spPr>
          <a:xfrm>
            <a:off x="0" y="-78446"/>
            <a:ext cx="1504949" cy="1023587"/>
          </a:xfrm>
          <a:prstGeom prst="rect">
            <a:avLst/>
          </a:prstGeom>
        </p:spPr>
      </p:pic>
      <p:sp>
        <p:nvSpPr>
          <p:cNvPr id="2" name="Title 1">
            <a:extLst>
              <a:ext uri="{FF2B5EF4-FFF2-40B4-BE49-F238E27FC236}">
                <a16:creationId xmlns:a16="http://schemas.microsoft.com/office/drawing/2014/main" id="{16C6E62C-F18D-5606-3A13-FBA4A414B37F}"/>
              </a:ext>
            </a:extLst>
          </p:cNvPr>
          <p:cNvSpPr txBox="1">
            <a:spLocks noChangeArrowheads="1"/>
          </p:cNvSpPr>
          <p:nvPr/>
        </p:nvSpPr>
        <p:spPr>
          <a:xfrm>
            <a:off x="1301568" y="-96513"/>
            <a:ext cx="10687051" cy="1033112"/>
          </a:xfrm>
          <a:prstGeom prst="rect">
            <a:avLst/>
          </a:prstGeom>
          <a:solidFill>
            <a:srgbClr val="C00000"/>
          </a:solidFill>
        </p:spPr>
        <p:txBody>
          <a:bodyPr/>
          <a:lstStyle/>
          <a:p>
            <a:pPr algn="ctr" fontAlgn="base"/>
            <a:r>
              <a:rPr lang="en-IN" sz="2800" b="1" dirty="0">
                <a:solidFill>
                  <a:schemeClr val="bg1"/>
                </a:solidFill>
                <a:latin typeface="Times New Roman" panose="02020603050405020304" pitchFamily="18" charset="0"/>
                <a:cs typeface="Times New Roman" panose="02020603050405020304" pitchFamily="18" charset="0"/>
              </a:rPr>
              <a:t>Name of the School: School of Computer Science and Engineering </a:t>
            </a:r>
          </a:p>
          <a:p>
            <a:pPr fontAlgn="base"/>
            <a:r>
              <a:rPr lang="en-IN" sz="4000" b="1" dirty="0">
                <a:solidFill>
                  <a:schemeClr val="bg1"/>
                </a:solidFill>
                <a:latin typeface="Times New Roman" panose="02020603050405020304" pitchFamily="18" charset="0"/>
                <a:cs typeface="Times New Roman" panose="02020603050405020304" pitchFamily="18" charset="0"/>
              </a:rPr>
              <a:t>   </a:t>
            </a:r>
            <a:r>
              <a:rPr lang="en-IN" sz="2000" b="1" dirty="0">
                <a:solidFill>
                  <a:schemeClr val="bg1"/>
                </a:solidFill>
                <a:latin typeface="Times New Roman" panose="02020603050405020304" pitchFamily="18" charset="0"/>
                <a:cs typeface="Times New Roman" panose="02020603050405020304" pitchFamily="18" charset="0"/>
              </a:rPr>
              <a:t>Course Code: E1UA307C  			          Course Name: JAVA PROGRAMMING</a:t>
            </a:r>
            <a:endParaRPr lang="en-US" sz="20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19ED5F1-F89C-8000-D906-FF14A7DC13ED}"/>
              </a:ext>
            </a:extLst>
          </p:cNvPr>
          <p:cNvSpPr txBox="1"/>
          <p:nvPr/>
        </p:nvSpPr>
        <p:spPr>
          <a:xfrm>
            <a:off x="2569824" y="2450274"/>
            <a:ext cx="6465360" cy="1200329"/>
          </a:xfrm>
          <a:prstGeom prst="rect">
            <a:avLst/>
          </a:prstGeom>
          <a:noFill/>
        </p:spPr>
        <p:txBody>
          <a:bodyPr wrap="none" rtlCol="0">
            <a:spAutoFit/>
          </a:bodyPr>
          <a:lstStyle/>
          <a:p>
            <a:r>
              <a:rPr lang="en-IN" sz="7200" dirty="0">
                <a:solidFill>
                  <a:srgbClr val="002060"/>
                </a:solidFill>
                <a:latin typeface="Snap ITC" panose="04040A07060A02020202" pitchFamily="82" charset="0"/>
              </a:rPr>
              <a:t>THANKYOU</a:t>
            </a:r>
          </a:p>
        </p:txBody>
      </p:sp>
      <p:pic>
        <p:nvPicPr>
          <p:cNvPr id="9" name="Graphic 8" descr="Angel face with solid fill with solid fill">
            <a:extLst>
              <a:ext uri="{FF2B5EF4-FFF2-40B4-BE49-F238E27FC236}">
                <a16:creationId xmlns:a16="http://schemas.microsoft.com/office/drawing/2014/main" id="{04834D1E-6825-332D-B968-3FB97E48F4C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35184" y="2593238"/>
            <a:ext cx="914400" cy="914400"/>
          </a:xfrm>
          <a:prstGeom prst="rect">
            <a:avLst/>
          </a:prstGeom>
        </p:spPr>
      </p:pic>
    </p:spTree>
    <p:extLst>
      <p:ext uri="{BB962C8B-B14F-4D97-AF65-F5344CB8AC3E}">
        <p14:creationId xmlns:p14="http://schemas.microsoft.com/office/powerpoint/2010/main" val="655233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2235</TotalTime>
  <Words>519</Words>
  <Application>Microsoft Office PowerPoint</Application>
  <PresentationFormat>Widescreen</PresentationFormat>
  <Paragraphs>51</Paragraphs>
  <Slides>7</Slides>
  <Notes>0</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Algerian</vt:lpstr>
      <vt:lpstr>Arial</vt:lpstr>
      <vt:lpstr>Arial Black</vt:lpstr>
      <vt:lpstr>Calibri</vt:lpstr>
      <vt:lpstr>Calibri Light</vt:lpstr>
      <vt:lpstr>Snap ITC</vt:lpstr>
      <vt:lpstr>Times New Roman</vt:lpstr>
      <vt:lpstr>Tinos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Prabu K</dc:creator>
  <cp:lastModifiedBy>Satyam Kumar</cp:lastModifiedBy>
  <cp:revision>170</cp:revision>
  <dcterms:created xsi:type="dcterms:W3CDTF">2023-11-05T07:10:02Z</dcterms:created>
  <dcterms:modified xsi:type="dcterms:W3CDTF">2024-10-17T07:54:48Z</dcterms:modified>
</cp:coreProperties>
</file>